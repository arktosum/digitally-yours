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02c00df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02c00df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02c00dfb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02c00dfb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02c00dfb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02c00dfb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02c00dfb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02c00dfb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02c00dfb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02c00dfb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02c00dfb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02c00dfb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02c00dfb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02c00dfb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02c00dfb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02c00dfb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02c00dfb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02c00dfb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3718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EXPENSE</a:t>
            </a:r>
            <a:endParaRPr/>
          </a:p>
        </p:txBody>
      </p:sp>
      <p:pic>
        <p:nvPicPr>
          <p:cNvPr id="55" name="Google Shape;55;p13" title="download - 2025-04-04T172729.16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7288" y="2571750"/>
            <a:ext cx="4189425" cy="23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615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 </a:t>
            </a:r>
            <a:r>
              <a:rPr b="1" lang="en">
                <a:solidFill>
                  <a:schemeClr val="dk1"/>
                </a:solidFill>
              </a:rPr>
              <a:t>expense</a:t>
            </a:r>
            <a:r>
              <a:rPr lang="en">
                <a:solidFill>
                  <a:schemeClr val="dk1"/>
                </a:solidFill>
              </a:rPr>
              <a:t> is the money you spend to buy goods or services. It’s everything you pay for in your daily life—like food, rent, transportation, and even entertainment. Think of expenses as the </a:t>
            </a:r>
            <a:r>
              <a:rPr b="1" lang="en">
                <a:solidFill>
                  <a:schemeClr val="dk1"/>
                </a:solidFill>
              </a:rPr>
              <a:t>outgoing money</a:t>
            </a:r>
            <a:r>
              <a:rPr lang="en">
                <a:solidFill>
                  <a:schemeClr val="dk1"/>
                </a:solidFill>
              </a:rPr>
              <a:t> in your financial world. Just like income is money you earn, expenses are money you spend.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download - 2025-04-04T172822.59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8675" y="2365325"/>
            <a:ext cx="3711450" cy="24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Types of Expenses: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Fixed Expenses: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they are:</a:t>
            </a:r>
            <a:r>
              <a:rPr lang="en" sz="1500">
                <a:solidFill>
                  <a:schemeClr val="dk1"/>
                </a:solidFill>
              </a:rPr>
              <a:t> Regular, consistent payments you have to make every month.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Examples:</a:t>
            </a:r>
            <a:endParaRPr b="1"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Rent or mortgage payments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Car payments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Insurance premiums (health, car, etc.)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Subscriptions (Netflix, Spotify, etc.)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images (2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0150" y="2758400"/>
            <a:ext cx="3325525" cy="1862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47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Variable Expenses:</a:t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they are:</a:t>
            </a:r>
            <a:r>
              <a:rPr lang="en" sz="1500">
                <a:solidFill>
                  <a:schemeClr val="dk1"/>
                </a:solidFill>
              </a:rPr>
              <a:t> Costs that can change from month to month.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Examples: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Groceries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Electricity and water bills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Entertainment (movies, dining out)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Clothing purchases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74" name="Google Shape;74;p16" title="images (6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6425" y="2516900"/>
            <a:ext cx="3322375" cy="2210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593300"/>
            <a:ext cx="8520600" cy="4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32">
                <a:solidFill>
                  <a:schemeClr val="dk1"/>
                </a:solidFill>
              </a:rPr>
              <a:t>Discretionary Expenses:</a:t>
            </a:r>
            <a:br>
              <a:rPr b="1" lang="en" sz="2032">
                <a:solidFill>
                  <a:schemeClr val="dk1"/>
                </a:solidFill>
              </a:rPr>
            </a:br>
            <a:endParaRPr b="1" sz="2032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What they are:</a:t>
            </a:r>
            <a:r>
              <a:rPr lang="en" sz="1600">
                <a:solidFill>
                  <a:schemeClr val="dk1"/>
                </a:solidFill>
              </a:rPr>
              <a:t> Non-essential expenses that you can cut back on if needed.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Examples:</a:t>
            </a:r>
            <a:br>
              <a:rPr b="1"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2258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1600">
                <a:solidFill>
                  <a:schemeClr val="dk1"/>
                </a:solidFill>
              </a:rPr>
              <a:t>Eating out at restaurants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2258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1600">
                <a:solidFill>
                  <a:schemeClr val="dk1"/>
                </a:solidFill>
              </a:rPr>
              <a:t>Buying the latest gadgets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2258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1600">
                <a:solidFill>
                  <a:schemeClr val="dk1"/>
                </a:solidFill>
              </a:rPr>
              <a:t>Traveling or vacations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2258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1600">
                <a:solidFill>
                  <a:schemeClr val="dk1"/>
                </a:solidFill>
              </a:rPr>
              <a:t>Hobbies and leisure activities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493375"/>
            <a:ext cx="8520600" cy="40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Essential Expenses:</a:t>
            </a:r>
            <a:br>
              <a:rPr b="1" lang="en" sz="11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they are:</a:t>
            </a:r>
            <a:r>
              <a:rPr lang="en" sz="1500">
                <a:solidFill>
                  <a:schemeClr val="dk1"/>
                </a:solidFill>
              </a:rPr>
              <a:t> Necessary expenses you need to live and maintain your health.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Examples: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Food and groceries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Housing (rent or mortgage)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Transportation (public transport or car costs)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Health insurance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85" name="Google Shape;85;p18" title="download - 2025-04-04T174339.04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0500" y="2571750"/>
            <a:ext cx="3241125" cy="1815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How Are Expenses Managed?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Managing expenses is all about </a:t>
            </a:r>
            <a:r>
              <a:rPr b="1" lang="en" sz="1500">
                <a:solidFill>
                  <a:schemeClr val="dk1"/>
                </a:solidFill>
              </a:rPr>
              <a:t>budgeting</a:t>
            </a:r>
            <a:r>
              <a:rPr lang="en" sz="1500">
                <a:solidFill>
                  <a:schemeClr val="dk1"/>
                </a:solidFill>
              </a:rPr>
              <a:t>- making sure you spend less than you earn. Here’s how: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Track your spending:</a:t>
            </a:r>
            <a:r>
              <a:rPr lang="en" sz="1500">
                <a:solidFill>
                  <a:schemeClr val="dk1"/>
                </a:solidFill>
              </a:rPr>
              <a:t> Write down every expense to see where your money goes.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Create a budget:</a:t>
            </a:r>
            <a:r>
              <a:rPr lang="en" sz="1500">
                <a:solidFill>
                  <a:schemeClr val="dk1"/>
                </a:solidFill>
              </a:rPr>
              <a:t> Plan how much you’ll spend on each category (rent, food, entertainment, etc.).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Prioritize:</a:t>
            </a:r>
            <a:r>
              <a:rPr lang="en" sz="1500">
                <a:solidFill>
                  <a:schemeClr val="dk1"/>
                </a:solidFill>
              </a:rPr>
              <a:t> Make sure you cover essential expenses first, then discretionary ones.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Cut back if needed:</a:t>
            </a:r>
            <a:r>
              <a:rPr lang="en" sz="1500">
                <a:solidFill>
                  <a:schemeClr val="dk1"/>
                </a:solidFill>
              </a:rPr>
              <a:t> If you’re spending too much on non-essentials, find ways to save.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Why Are Expenses Important?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Help You Live Your Life: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Expenses pay for the things you need and want—housing, food, clothes, and fun activities.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Show You Where Your Money Goes: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Tracking expenses helps you understand your spending habits, so you can adjust if needed.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98" name="Google Shape;98;p20" title="images (6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000" y="3194526"/>
            <a:ext cx="3161600" cy="178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613975"/>
            <a:ext cx="8520600" cy="3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Help You Save for the Future: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By managing your expenses wisely, you can save money for emergencies, big purchases, or investments.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Prevent Debt: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If you spend more than you earn, you might rely on credit cards or loans, leading to debt. Managing expenses helps you avoid this.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Key Terms to Know About Expenses: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415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Fixed Expenses:</a:t>
            </a:r>
            <a:r>
              <a:rPr lang="en" sz="1500">
                <a:solidFill>
                  <a:schemeClr val="dk1"/>
                </a:solidFill>
              </a:rPr>
              <a:t> Regular, consistent costs (like rent).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Variable Expenses:</a:t>
            </a:r>
            <a:r>
              <a:rPr lang="en" sz="1500">
                <a:solidFill>
                  <a:schemeClr val="dk1"/>
                </a:solidFill>
              </a:rPr>
              <a:t> Costs that change each month (like groceries).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Discretionary Expenses:</a:t>
            </a:r>
            <a:r>
              <a:rPr lang="en" sz="1500">
                <a:solidFill>
                  <a:schemeClr val="dk1"/>
                </a:solidFill>
              </a:rPr>
              <a:t> Non-essential spending (like dining out).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Essential Expenses:</a:t>
            </a:r>
            <a:r>
              <a:rPr lang="en" sz="1500">
                <a:solidFill>
                  <a:schemeClr val="dk1"/>
                </a:solidFill>
              </a:rPr>
              <a:t> Necessary expenses for basic living.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Budget:</a:t>
            </a:r>
            <a:r>
              <a:rPr lang="en" sz="1500">
                <a:solidFill>
                  <a:schemeClr val="dk1"/>
                </a:solidFill>
              </a:rPr>
              <a:t> A plan for managing income and expenses.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