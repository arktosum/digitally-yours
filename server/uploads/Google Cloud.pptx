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e09660cd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e09660cd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3a5351b1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3a5351b1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3e09660cd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3e09660cd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3e09660cd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3e09660cd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3e09660cdf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3e09660cdf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3e09660cdf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3e09660cdf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3e09660cdf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3e09660cd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3e09660cdf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3e09660cd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3e09660cd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3e09660cd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3e09660cdf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3e09660cdf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50958" y="4280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GOOGLE CLOUD</a:t>
            </a:r>
            <a:endParaRPr/>
          </a:p>
        </p:txBody>
      </p:sp>
      <p:pic>
        <p:nvPicPr>
          <p:cNvPr id="55" name="Google Shape;55;p13" title="download (89).jpg"/>
          <p:cNvPicPr preferRelativeResize="0"/>
          <p:nvPr/>
        </p:nvPicPr>
        <p:blipFill>
          <a:blip r:embed="rId3">
            <a:alphaModFix/>
          </a:blip>
          <a:stretch>
            <a:fillRect/>
          </a:stretch>
        </p:blipFill>
        <p:spPr>
          <a:xfrm>
            <a:off x="2542550" y="2960550"/>
            <a:ext cx="4209600" cy="1754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1700" y="6766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chemeClr val="dk1"/>
                </a:solidFill>
              </a:rPr>
              <a:t>Google Cloud is like a big online toolbox offered by Google to help businesses and developers store, manage, and run their data and applications on the internet. Instead of having to own physical servers or other equipment, companies can rent powerful computing resources from Google over the internet.</a:t>
            </a:r>
            <a:endParaRPr sz="1500">
              <a:solidFill>
                <a:schemeClr val="dk1"/>
              </a:solidFill>
            </a:endParaRPr>
          </a:p>
        </p:txBody>
      </p:sp>
      <p:pic>
        <p:nvPicPr>
          <p:cNvPr id="61" name="Google Shape;61;p14" title="download (90).jpg"/>
          <p:cNvPicPr preferRelativeResize="0"/>
          <p:nvPr/>
        </p:nvPicPr>
        <p:blipFill>
          <a:blip r:embed="rId3">
            <a:alphaModFix/>
          </a:blip>
          <a:stretch>
            <a:fillRect/>
          </a:stretch>
        </p:blipFill>
        <p:spPr>
          <a:xfrm>
            <a:off x="2847375" y="2349000"/>
            <a:ext cx="3561750" cy="2289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idx="1" type="body"/>
          </p:nvPr>
        </p:nvSpPr>
        <p:spPr>
          <a:xfrm>
            <a:off x="311700" y="7069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lang="en" sz="1500">
                <a:solidFill>
                  <a:schemeClr val="dk1"/>
                </a:solidFill>
              </a:rPr>
              <a:t>Files saved on online platforms like Google Drive, Microsoft OneDrive, or Dropbox. Cloud storage provides access from any device with an internet connection, easy sharing, and backup options.</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Cloud storage advantages</a:t>
            </a:r>
            <a:r>
              <a:rPr lang="en" sz="1500">
                <a:solidFill>
                  <a:schemeClr val="dk1"/>
                </a:solidFill>
              </a:rPr>
              <a:t> include remote access, security features, and ease of sharing with others.</a:t>
            </a:r>
            <a:br>
              <a:rPr lang="en" sz="1500">
                <a:solidFill>
                  <a:schemeClr val="dk1"/>
                </a:solidFill>
              </a:rPr>
            </a:br>
            <a:endParaRPr sz="1500">
              <a:solidFill>
                <a:schemeClr val="dk1"/>
              </a:solidFill>
            </a:endParaRPr>
          </a:p>
        </p:txBody>
      </p:sp>
      <p:pic>
        <p:nvPicPr>
          <p:cNvPr id="67" name="Google Shape;67;p15" title="images (10).png"/>
          <p:cNvPicPr preferRelativeResize="0"/>
          <p:nvPr/>
        </p:nvPicPr>
        <p:blipFill>
          <a:blip r:embed="rId3">
            <a:alphaModFix/>
          </a:blip>
          <a:stretch>
            <a:fillRect/>
          </a:stretch>
        </p:blipFill>
        <p:spPr>
          <a:xfrm>
            <a:off x="3428650" y="3100300"/>
            <a:ext cx="2836625" cy="1954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THINGS GOOGLE CLOUD CAN DO :</a:t>
            </a:r>
            <a:endParaRPr/>
          </a:p>
        </p:txBody>
      </p:sp>
      <p:sp>
        <p:nvSpPr>
          <p:cNvPr id="73" name="Google Shape;73;p16"/>
          <p:cNvSpPr txBox="1"/>
          <p:nvPr>
            <p:ph idx="1" type="body"/>
          </p:nvPr>
        </p:nvSpPr>
        <p:spPr>
          <a:xfrm>
            <a:off x="311700" y="1385350"/>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Imagine you take pictures with your camera and want to store them. You can keep them in a </a:t>
            </a:r>
            <a:r>
              <a:rPr b="1" lang="en" sz="1500">
                <a:solidFill>
                  <a:schemeClr val="dk1"/>
                </a:solidFill>
              </a:rPr>
              <a:t>cloud storage</a:t>
            </a:r>
            <a:r>
              <a:rPr lang="en" sz="1500">
                <a:solidFill>
                  <a:schemeClr val="dk1"/>
                </a:solidFill>
              </a:rPr>
              <a:t>, which is like a special place in the sky for your pictures.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You don’t have to worry about losing your photos because they’re safe in the cloud!</a:t>
            </a:r>
            <a:endParaRPr sz="1500">
              <a:solidFill>
                <a:schemeClr val="dk1"/>
              </a:solidFill>
            </a:endParaRPr>
          </a:p>
          <a:p>
            <a:pPr indent="0" lvl="0" marL="457200" rtl="0" algn="l">
              <a:spcBef>
                <a:spcPts val="1200"/>
              </a:spcBef>
              <a:spcAft>
                <a:spcPts val="1200"/>
              </a:spcAft>
              <a:buNone/>
            </a:pPr>
            <a:r>
              <a:t/>
            </a:r>
            <a:endParaRPr sz="1500"/>
          </a:p>
        </p:txBody>
      </p:sp>
      <p:pic>
        <p:nvPicPr>
          <p:cNvPr id="74" name="Google Shape;74;p16" title="download (91).jpg"/>
          <p:cNvPicPr preferRelativeResize="0"/>
          <p:nvPr/>
        </p:nvPicPr>
        <p:blipFill rotWithShape="1">
          <a:blip r:embed="rId3">
            <a:alphaModFix/>
          </a:blip>
          <a:srcRect b="5659" l="0" r="0" t="-5660"/>
          <a:stretch/>
        </p:blipFill>
        <p:spPr>
          <a:xfrm>
            <a:off x="2894827" y="2799625"/>
            <a:ext cx="3000777" cy="2151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idx="1" type="body"/>
          </p:nvPr>
        </p:nvSpPr>
        <p:spPr>
          <a:xfrm>
            <a:off x="311700" y="74747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When you play games or use apps, they run on </a:t>
            </a:r>
            <a:r>
              <a:rPr b="1" lang="en" sz="1500">
                <a:solidFill>
                  <a:schemeClr val="dk1"/>
                </a:solidFill>
              </a:rPr>
              <a:t>computers</a:t>
            </a:r>
            <a:r>
              <a:rPr lang="en" sz="1500">
                <a:solidFill>
                  <a:schemeClr val="dk1"/>
                </a:solidFill>
              </a:rPr>
              <a:t>. Google Cloud has huge, super-fast computers that can run apps for you.</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If your app needs more power, Google Cloud can give it more “power” (just like turning up the volume on a speaker).</a:t>
            </a:r>
            <a:endParaRPr sz="1500">
              <a:solidFill>
                <a:schemeClr val="dk1"/>
              </a:solidFill>
            </a:endParaRPr>
          </a:p>
          <a:p>
            <a:pPr indent="0" lvl="0" marL="457200" rtl="0" algn="l">
              <a:spcBef>
                <a:spcPts val="1200"/>
              </a:spcBef>
              <a:spcAft>
                <a:spcPts val="1200"/>
              </a:spcAft>
              <a:buNone/>
            </a:pPr>
            <a:r>
              <a:t/>
            </a:r>
            <a:endParaRPr sz="1500"/>
          </a:p>
        </p:txBody>
      </p:sp>
      <p:pic>
        <p:nvPicPr>
          <p:cNvPr id="80" name="Google Shape;80;p17" title="download (37).png"/>
          <p:cNvPicPr preferRelativeResize="0"/>
          <p:nvPr/>
        </p:nvPicPr>
        <p:blipFill>
          <a:blip r:embed="rId3">
            <a:alphaModFix/>
          </a:blip>
          <a:stretch>
            <a:fillRect/>
          </a:stretch>
        </p:blipFill>
        <p:spPr>
          <a:xfrm>
            <a:off x="2765225" y="2571750"/>
            <a:ext cx="4218875" cy="2116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idx="1" type="body"/>
          </p:nvPr>
        </p:nvSpPr>
        <p:spPr>
          <a:xfrm>
            <a:off x="311700" y="696850"/>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When you send a message to a friend, you're sharing information. Google Cloud helps share information between computers quickly.</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If you're playing an online game with friends, Google Cloud makes sure the game keeps running smoothly by sharing info between players.</a:t>
            </a:r>
            <a:endParaRPr sz="1500">
              <a:solidFill>
                <a:schemeClr val="dk1"/>
              </a:solidFill>
            </a:endParaRPr>
          </a:p>
          <a:p>
            <a:pPr indent="0" lvl="0" marL="457200" rtl="0" algn="l">
              <a:spcBef>
                <a:spcPts val="1200"/>
              </a:spcBef>
              <a:spcAft>
                <a:spcPts val="1200"/>
              </a:spcAft>
              <a:buNone/>
            </a:pPr>
            <a:r>
              <a:t/>
            </a:r>
            <a:endParaRPr sz="1500">
              <a:solidFill>
                <a:schemeClr val="dk1"/>
              </a:solidFill>
            </a:endParaRPr>
          </a:p>
        </p:txBody>
      </p:sp>
      <p:pic>
        <p:nvPicPr>
          <p:cNvPr id="86" name="Google Shape;86;p18" title="download (38).png"/>
          <p:cNvPicPr preferRelativeResize="0"/>
          <p:nvPr/>
        </p:nvPicPr>
        <p:blipFill>
          <a:blip r:embed="rId3">
            <a:alphaModFix/>
          </a:blip>
          <a:stretch>
            <a:fillRect/>
          </a:stretch>
        </p:blipFill>
        <p:spPr>
          <a:xfrm>
            <a:off x="2126250" y="2754000"/>
            <a:ext cx="4556250" cy="1612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idx="1" type="body"/>
          </p:nvPr>
        </p:nvSpPr>
        <p:spPr>
          <a:xfrm>
            <a:off x="311700" y="676600"/>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Imagine if someone tried to take your toys or mess with them. Google Cloud has </a:t>
            </a:r>
            <a:r>
              <a:rPr b="1" lang="en" sz="1500">
                <a:solidFill>
                  <a:schemeClr val="dk1"/>
                </a:solidFill>
              </a:rPr>
              <a:t>guards</a:t>
            </a:r>
            <a:r>
              <a:rPr lang="en" sz="1500">
                <a:solidFill>
                  <a:schemeClr val="dk1"/>
                </a:solidFill>
              </a:rPr>
              <a:t> that keep everything safe. Only the people who are allowed can get your stuff.</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It’s like having a lock on your toy box that only you and your friends can open!</a:t>
            </a:r>
            <a:endParaRPr sz="1500">
              <a:solidFill>
                <a:schemeClr val="dk1"/>
              </a:solidFill>
            </a:endParaRPr>
          </a:p>
          <a:p>
            <a:pPr indent="0" lvl="0" marL="457200" rtl="0" algn="l">
              <a:spcBef>
                <a:spcPts val="1200"/>
              </a:spcBef>
              <a:spcAft>
                <a:spcPts val="1200"/>
              </a:spcAft>
              <a:buNone/>
            </a:pPr>
            <a:r>
              <a:t/>
            </a:r>
            <a:endParaRPr sz="1500"/>
          </a:p>
        </p:txBody>
      </p:sp>
      <p:pic>
        <p:nvPicPr>
          <p:cNvPr id="92" name="Google Shape;92;p19" title="download (93).jpg"/>
          <p:cNvPicPr preferRelativeResize="0"/>
          <p:nvPr/>
        </p:nvPicPr>
        <p:blipFill>
          <a:blip r:embed="rId3">
            <a:alphaModFix/>
          </a:blip>
          <a:stretch>
            <a:fillRect/>
          </a:stretch>
        </p:blipFill>
        <p:spPr>
          <a:xfrm>
            <a:off x="3246638" y="2529726"/>
            <a:ext cx="2650725" cy="2003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idx="1" type="body"/>
          </p:nvPr>
        </p:nvSpPr>
        <p:spPr>
          <a:xfrm>
            <a:off x="311700" y="863550"/>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5900">
                <a:solidFill>
                  <a:schemeClr val="dk1"/>
                </a:solidFill>
              </a:rPr>
              <a:t>Why is Google Cloud Cool?</a:t>
            </a:r>
            <a:endParaRPr sz="5900">
              <a:solidFill>
                <a:schemeClr val="dk1"/>
              </a:solidFill>
            </a:endParaRPr>
          </a:p>
        </p:txBody>
      </p:sp>
      <p:pic>
        <p:nvPicPr>
          <p:cNvPr id="98" name="Google Shape;98;p20" title="download (94).jpg"/>
          <p:cNvPicPr preferRelativeResize="0"/>
          <p:nvPr/>
        </p:nvPicPr>
        <p:blipFill>
          <a:blip r:embed="rId3">
            <a:alphaModFix/>
          </a:blip>
          <a:stretch>
            <a:fillRect/>
          </a:stretch>
        </p:blipFill>
        <p:spPr>
          <a:xfrm>
            <a:off x="3191450" y="3047625"/>
            <a:ext cx="3015175" cy="19144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idx="1" type="body"/>
          </p:nvPr>
        </p:nvSpPr>
        <p:spPr>
          <a:xfrm>
            <a:off x="311700" y="656350"/>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b="1" lang="en" sz="1500">
                <a:solidFill>
                  <a:schemeClr val="dk1"/>
                </a:solidFill>
              </a:rPr>
              <a:t>No Need for Big Computers</a:t>
            </a:r>
            <a:r>
              <a:rPr lang="en" sz="1500">
                <a:solidFill>
                  <a:schemeClr val="dk1"/>
                </a:solidFill>
              </a:rPr>
              <a:t>: You don’t need to have a huge computer or a big room full of stuff to make things work. Google Cloud does all that for you.</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Works Everywhere</a:t>
            </a:r>
            <a:r>
              <a:rPr lang="en" sz="1500">
                <a:solidFill>
                  <a:schemeClr val="dk1"/>
                </a:solidFill>
              </a:rPr>
              <a:t>: If you’re on a beach, in a classroom, or at home, you can still get your things from the cloud.</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It Grows With You</a:t>
            </a:r>
            <a:r>
              <a:rPr lang="en" sz="1500">
                <a:solidFill>
                  <a:schemeClr val="dk1"/>
                </a:solidFill>
              </a:rPr>
              <a:t>: If your game, app, or website gets super popular, Google Cloud can help you make it bigger without you doing extra work.</a:t>
            </a:r>
            <a:br>
              <a:rPr lang="en" sz="1500">
                <a:solidFill>
                  <a:schemeClr val="dk1"/>
                </a:solidFill>
              </a:rPr>
            </a:br>
            <a:endParaRPr sz="1500">
              <a:solidFill>
                <a:schemeClr val="dk1"/>
              </a:solidFill>
            </a:endParaRPr>
          </a:p>
          <a:p>
            <a:pPr indent="0" lvl="0" marL="0" rtl="0" algn="l">
              <a:spcBef>
                <a:spcPts val="1200"/>
              </a:spcBef>
              <a:spcAft>
                <a:spcPts val="1200"/>
              </a:spcAft>
              <a:buNone/>
            </a:pPr>
            <a:r>
              <a:t/>
            </a:r>
            <a:endParaRPr b="1" sz="1500">
              <a:solidFill>
                <a:schemeClr val="dk1"/>
              </a:solidFill>
            </a:endParaRPr>
          </a:p>
        </p:txBody>
      </p:sp>
      <p:pic>
        <p:nvPicPr>
          <p:cNvPr id="104" name="Google Shape;104;p21" title="download (95).jpg"/>
          <p:cNvPicPr preferRelativeResize="0"/>
          <p:nvPr/>
        </p:nvPicPr>
        <p:blipFill>
          <a:blip r:embed="rId3">
            <a:alphaModFix/>
          </a:blip>
          <a:stretch>
            <a:fillRect/>
          </a:stretch>
        </p:blipFill>
        <p:spPr>
          <a:xfrm>
            <a:off x="3156687" y="3056975"/>
            <a:ext cx="2830625" cy="1833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230700" y="424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USE IT?</a:t>
            </a:r>
            <a:endParaRPr/>
          </a:p>
        </p:txBody>
      </p:sp>
      <p:sp>
        <p:nvSpPr>
          <p:cNvPr id="110" name="Google Shape;110;p22"/>
          <p:cNvSpPr txBox="1"/>
          <p:nvPr>
            <p:ph idx="1" type="body"/>
          </p:nvPr>
        </p:nvSpPr>
        <p:spPr>
          <a:xfrm>
            <a:off x="402825" y="132460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500">
                <a:solidFill>
                  <a:schemeClr val="dk1"/>
                </a:solidFill>
              </a:rPr>
              <a:t>Sign Up</a:t>
            </a:r>
            <a:r>
              <a:rPr lang="en" sz="1500">
                <a:solidFill>
                  <a:schemeClr val="dk1"/>
                </a:solidFill>
              </a:rPr>
              <a:t> for Google Cloud using your Google account.</a:t>
            </a:r>
            <a:br>
              <a:rPr lang="en" sz="1500">
                <a:solidFill>
                  <a:schemeClr val="dk1"/>
                </a:solidFill>
              </a:rPr>
            </a:b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Create a Project</a:t>
            </a:r>
            <a:r>
              <a:rPr lang="en" sz="1500">
                <a:solidFill>
                  <a:schemeClr val="dk1"/>
                </a:solidFill>
              </a:rPr>
              <a:t> — your workspace for all your work.</a:t>
            </a:r>
            <a:br>
              <a:rPr lang="en" sz="1500">
                <a:solidFill>
                  <a:schemeClr val="dk1"/>
                </a:solidFill>
              </a:rPr>
            </a:b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Store Files</a:t>
            </a:r>
            <a:r>
              <a:rPr lang="en" sz="1500">
                <a:solidFill>
                  <a:schemeClr val="dk1"/>
                </a:solidFill>
              </a:rPr>
              <a:t> — upload photos, videos, or anything you want to keep safe.</a:t>
            </a:r>
            <a:br>
              <a:rPr lang="en" sz="1500">
                <a:solidFill>
                  <a:schemeClr val="dk1"/>
                </a:solidFill>
              </a:rPr>
            </a:br>
            <a:endParaRPr sz="1500">
              <a:solidFill>
                <a:schemeClr val="dk1"/>
              </a:solidFill>
            </a:endParaRPr>
          </a:p>
          <a:p>
            <a:pPr indent="0" lvl="0" marL="0" rtl="0" algn="l">
              <a:spcBef>
                <a:spcPts val="1200"/>
              </a:spcBef>
              <a:spcAft>
                <a:spcPts val="1200"/>
              </a:spcAft>
              <a:buNone/>
            </a:pPr>
            <a:r>
              <a:t/>
            </a:r>
            <a:endParaRPr sz="1500"/>
          </a:p>
        </p:txBody>
      </p:sp>
      <p:pic>
        <p:nvPicPr>
          <p:cNvPr id="111" name="Google Shape;111;p22" title="download (97).jpg"/>
          <p:cNvPicPr preferRelativeResize="0"/>
          <p:nvPr/>
        </p:nvPicPr>
        <p:blipFill>
          <a:blip r:embed="rId3">
            <a:alphaModFix/>
          </a:blip>
          <a:stretch>
            <a:fillRect/>
          </a:stretch>
        </p:blipFill>
        <p:spPr>
          <a:xfrm>
            <a:off x="3087900" y="3292776"/>
            <a:ext cx="3296450" cy="1648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idx="1" type="body"/>
          </p:nvPr>
        </p:nvSpPr>
        <p:spPr>
          <a:xfrm>
            <a:off x="261075" y="8635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500">
                <a:solidFill>
                  <a:schemeClr val="dk1"/>
                </a:solidFill>
              </a:rPr>
              <a:t>Run Apps</a:t>
            </a:r>
            <a:r>
              <a:rPr lang="en" sz="1500">
                <a:solidFill>
                  <a:schemeClr val="dk1"/>
                </a:solidFill>
              </a:rPr>
              <a:t> — upload an app and let Google Cloud run it for you.</a:t>
            </a:r>
            <a:br>
              <a:rPr lang="en" sz="1500">
                <a:solidFill>
                  <a:schemeClr val="dk1"/>
                </a:solidFill>
              </a:rPr>
            </a:b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Experiment with AI</a:t>
            </a:r>
            <a:r>
              <a:rPr lang="en" sz="1500">
                <a:solidFill>
                  <a:schemeClr val="dk1"/>
                </a:solidFill>
              </a:rPr>
              <a:t> — have fun using smart tools that help your apps recognize things like pictures or text.</a:t>
            </a:r>
            <a:br>
              <a:rPr lang="en" sz="1500">
                <a:solidFill>
                  <a:schemeClr val="dk1"/>
                </a:solidFill>
              </a:rPr>
            </a:b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Monitor</a:t>
            </a:r>
            <a:r>
              <a:rPr lang="en" sz="1500">
                <a:solidFill>
                  <a:schemeClr val="dk1"/>
                </a:solidFill>
              </a:rPr>
              <a:t> — check how your stuff is doing and make changes if you need.</a:t>
            </a:r>
            <a:endParaRPr sz="1500">
              <a:solidFill>
                <a:schemeClr val="dk1"/>
              </a:solidFill>
            </a:endParaRPr>
          </a:p>
          <a:p>
            <a:pPr indent="0" lvl="0" marL="0" rtl="0" algn="l">
              <a:spcBef>
                <a:spcPts val="1200"/>
              </a:spcBef>
              <a:spcAft>
                <a:spcPts val="1200"/>
              </a:spcAft>
              <a:buNone/>
            </a:pPr>
            <a:r>
              <a:t/>
            </a:r>
            <a:endParaRPr/>
          </a:p>
        </p:txBody>
      </p:sp>
      <p:pic>
        <p:nvPicPr>
          <p:cNvPr id="117" name="Google Shape;117;p23" title="images (36).jpg"/>
          <p:cNvPicPr preferRelativeResize="0"/>
          <p:nvPr/>
        </p:nvPicPr>
        <p:blipFill>
          <a:blip r:embed="rId3">
            <a:alphaModFix/>
          </a:blip>
          <a:stretch>
            <a:fillRect/>
          </a:stretch>
        </p:blipFill>
        <p:spPr>
          <a:xfrm>
            <a:off x="3016888" y="3087900"/>
            <a:ext cx="3110225" cy="17417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