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3449f4d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3449f4d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3449f4df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3449f4df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3449f4df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3449f4d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3449f4df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3449f4df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3449f4df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3449f4df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3449f4df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3449f4df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3449f4df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3449f4df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3449f4df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3449f4df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3449f4df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3449f4df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3449f4df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3449f4df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3449f4df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3449f4df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3449f4df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43449f4df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</a:t>
            </a:r>
            <a:endParaRPr/>
          </a:p>
        </p:txBody>
      </p:sp>
      <p:pic>
        <p:nvPicPr>
          <p:cNvPr id="55" name="Google Shape;55;p13" title="images (26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8500" y="2787575"/>
            <a:ext cx="4527000" cy="20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59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Deep learning is a type of machine learning that uses big, complex models to help computers learn from lots of data. It's like teaching a computer to think in layers, much like how our brain works, to understand patterns, images, or sounds.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download (5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225" y="2004750"/>
            <a:ext cx="3877300" cy="26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Illustration-of-machine-learning-and-deep-lear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825"/>
            <a:ext cx="9031500" cy="51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IT DO?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IMAGE RECOGNITION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Deep learning helps computers recognize objects in pictures.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When Facebook automatically tags your friends in photos, it’s using deep learning to recognize their faces.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5" name="Google Shape;75;p16" title="download (5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5875" y="2844900"/>
            <a:ext cx="3600000" cy="21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 ASSISTANCE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Deep learning helps voice assistants like Siri or Alexa understand what you’re saying.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When you ask Alexa to play a song, it understands your voice and requests, thanks to deep learning.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2" name="Google Shape;82;p17" title="images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7375" y="2308500"/>
            <a:ext cx="4042500" cy="22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 DRIVING CARS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Deep learning helps self-driving cars "see" the road and make decisions.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A self-driving car uses deep learning to recognize traffic signs, pedestrians, and other cars to drive safely.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9" name="Google Shape;89;p18" title="images (2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6500" y="2419875"/>
            <a:ext cx="3919100" cy="22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SPEECH TRANSLATION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Deep learning helps translate spoken words from one language to another.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Google Translate can listen to someone speaking in one language and translate it into another in real-time.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6" name="Google Shape;96;p19" title="download (1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780" y="2298375"/>
            <a:ext cx="3409775" cy="2554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Deep learning helps platforms like Netflix or Spotify recommend movies or music based on what you like.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If you often watch action movies, Netflix uses deep learning to suggest similar films you might enjoy.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3" name="Google Shape;103;p20" title="download (5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205" y="2338880"/>
            <a:ext cx="3900575" cy="242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DEEP LEARNING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Convolutional Neural Networks (CNNs)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Used for:</a:t>
            </a:r>
            <a:r>
              <a:rPr lang="en" sz="1500">
                <a:solidFill>
                  <a:schemeClr val="dk1"/>
                </a:solidFill>
              </a:rPr>
              <a:t> Image recognition and processing.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How it works:</a:t>
            </a:r>
            <a:r>
              <a:rPr lang="en" sz="1500">
                <a:solidFill>
                  <a:schemeClr val="dk1"/>
                </a:solidFill>
              </a:rPr>
              <a:t> CNNs look at small parts of an image at a time (like zooming in) to understand patterns like edges, shapes, and colors, then combine that to recognize the whole picture.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Used in facial recognition or self-driving cars to recognize objects on the road.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0" name="Google Shape;110;p21" title="images (2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388" y="3361638"/>
            <a:ext cx="2847975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686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Recurrent Neural Networks (RNNs)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Used for:</a:t>
            </a:r>
            <a:r>
              <a:rPr lang="en" sz="1500">
                <a:solidFill>
                  <a:schemeClr val="dk1"/>
                </a:solidFill>
              </a:rPr>
              <a:t> Working with data that has a sequence, like text, speech, or time-based data.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How it works:</a:t>
            </a:r>
            <a:r>
              <a:rPr lang="en" sz="1500">
                <a:solidFill>
                  <a:schemeClr val="dk1"/>
                </a:solidFill>
              </a:rPr>
              <a:t> RNNs remember information from earlier in the sequence to make better decisions later (kind of like remembering the beginning of a sentence to understand the whole sentence).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Used in voice assistants (like Siri or Alexa) to understand spoken words and respond.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6" name="Google Shape;116;p22" title="download (5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3725" y="3163552"/>
            <a:ext cx="3324200" cy="1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13" y="615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Generative Adversarial Networks (GANs)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Used for:</a:t>
            </a:r>
            <a:r>
              <a:rPr lang="en" sz="1500">
                <a:solidFill>
                  <a:schemeClr val="dk1"/>
                </a:solidFill>
              </a:rPr>
              <a:t> Creating new, realistic images, videos, or sounds.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How it works:</a:t>
            </a:r>
            <a:r>
              <a:rPr lang="en" sz="1500">
                <a:solidFill>
                  <a:schemeClr val="dk1"/>
                </a:solidFill>
              </a:rPr>
              <a:t> GANs have two parts: one creates new images, and the other tries to tell if the image is real or fake. They work together until the created images look real.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Used to generate realistic pictures of people who don’t actually exist or in art creation.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22" name="Google Shape;122;p23" title="download (5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687" y="2865375"/>
            <a:ext cx="3488625" cy="19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676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Autoencoders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Used for:</a:t>
            </a:r>
            <a:r>
              <a:rPr lang="en" sz="1500">
                <a:solidFill>
                  <a:schemeClr val="dk1"/>
                </a:solidFill>
              </a:rPr>
              <a:t> Reducing the size of data or learning to create new data.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How it works:</a:t>
            </a:r>
            <a:r>
              <a:rPr lang="en" sz="1500">
                <a:solidFill>
                  <a:schemeClr val="dk1"/>
                </a:solidFill>
              </a:rPr>
              <a:t> Autoencoders learn to compress information (like making a smaller file) and then recreate it back to its original form, which helps to remove noise or errors from data.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Used in image compression or cleaning up noisy photos.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28" name="Google Shape;128;p24" title="download (1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0763" y="3265388"/>
            <a:ext cx="2847975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656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b="1" lang="en" sz="1500">
                <a:solidFill>
                  <a:schemeClr val="dk1"/>
                </a:solidFill>
              </a:rPr>
              <a:t>Deep Reinforcement Learning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Used for:</a:t>
            </a:r>
            <a:r>
              <a:rPr lang="en" sz="1500">
                <a:solidFill>
                  <a:schemeClr val="dk1"/>
                </a:solidFill>
              </a:rPr>
              <a:t> Teaching models to make decisions through trial and error.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How it works:</a:t>
            </a:r>
            <a:r>
              <a:rPr lang="en" sz="1500">
                <a:solidFill>
                  <a:schemeClr val="dk1"/>
                </a:solidFill>
              </a:rPr>
              <a:t> The model learns by trying actions and getting rewards or penalties, similar to how a video game character gets better over time.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r>
              <a:rPr lang="en" sz="1500">
                <a:solidFill>
                  <a:schemeClr val="dk1"/>
                </a:solidFill>
              </a:rPr>
              <a:t> Used in robots or self-driving cars to learn how to navigate or make decisions.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4" name="Google Shape;134;p25" title="download (56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0695" y="2511000"/>
            <a:ext cx="2924980" cy="24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