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55c711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55c711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55c711f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55c711f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3b55c711f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3b55c711f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b55c711f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b55c711f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b55c711f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b55c711f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b55c711f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b55c711f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e09da8f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e09da8f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b55c711f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3b55c711f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b55c711f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b55c711f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541958" y="4204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FILE MANAGEMENT </a:t>
            </a:r>
            <a:endParaRPr/>
          </a:p>
        </p:txBody>
      </p:sp>
      <p:pic>
        <p:nvPicPr>
          <p:cNvPr id="55" name="Google Shape;55;p13" title="download (79).jpg"/>
          <p:cNvPicPr preferRelativeResize="0"/>
          <p:nvPr/>
        </p:nvPicPr>
        <p:blipFill>
          <a:blip r:embed="rId3">
            <a:alphaModFix/>
          </a:blip>
          <a:stretch>
            <a:fillRect/>
          </a:stretch>
        </p:blipFill>
        <p:spPr>
          <a:xfrm>
            <a:off x="5360300" y="2789925"/>
            <a:ext cx="2143125"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SAVING AND STORING FILES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The way files are saved and stored affects how easily they can be found later. There are two primary methods of file storage: local and cloud.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Local Storage:</a:t>
            </a:r>
            <a:r>
              <a:rPr lang="en" sz="1500">
                <a:solidFill>
                  <a:schemeClr val="dk1"/>
                </a:solidFill>
              </a:rPr>
              <a:t> Files stored on the computer’s hard drive or external drives (e.g., USB sticks, external hard drives). They are accessible without an internet connection but can be lost if the device is damaged or lost.</a:t>
            </a:r>
            <a:endParaRPr sz="1500">
              <a:solidFill>
                <a:schemeClr val="dk1"/>
              </a:solidFill>
            </a:endParaRPr>
          </a:p>
          <a:p>
            <a:pPr indent="0" lvl="0" marL="457200" rtl="0" algn="l">
              <a:spcBef>
                <a:spcPts val="1200"/>
              </a:spcBef>
              <a:spcAft>
                <a:spcPts val="0"/>
              </a:spcAft>
              <a:buNone/>
            </a:pPr>
            <a:br>
              <a:rPr lang="en" sz="1500">
                <a:solidFill>
                  <a:schemeClr val="dk1"/>
                </a:solidFill>
              </a:rPr>
            </a:br>
            <a:r>
              <a:rPr b="1" lang="en" sz="1500">
                <a:solidFill>
                  <a:schemeClr val="dk1"/>
                </a:solidFill>
              </a:rPr>
              <a:t>Local storage advantages</a:t>
            </a:r>
            <a:r>
              <a:rPr lang="en" sz="1500">
                <a:solidFill>
                  <a:schemeClr val="dk1"/>
                </a:solidFill>
              </a:rPr>
              <a:t> include quick access without needing an internet connection and direct control over the device’s contents.</a:t>
            </a:r>
            <a:br>
              <a:rPr lang="en" sz="1500">
                <a:solidFill>
                  <a:schemeClr val="dk1"/>
                </a:solidFill>
              </a:rPr>
            </a:b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images (9).png"/>
          <p:cNvPicPr preferRelativeResize="0"/>
          <p:nvPr/>
        </p:nvPicPr>
        <p:blipFill>
          <a:blip r:embed="rId3">
            <a:alphaModFix/>
          </a:blip>
          <a:stretch>
            <a:fillRect/>
          </a:stretch>
        </p:blipFill>
        <p:spPr>
          <a:xfrm>
            <a:off x="1803013" y="801625"/>
            <a:ext cx="5647625" cy="341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FILES SECURITY</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Managing files also means protecting them. Security involves protecting files from unauthorized access or damage.</a:t>
            </a:r>
            <a:endParaRPr sz="1500">
              <a:solidFill>
                <a:schemeClr val="dk1"/>
              </a:solidFill>
            </a:endParaRPr>
          </a:p>
          <a:p>
            <a:pPr indent="0" lvl="0" marL="0" rtl="0" algn="l">
              <a:spcBef>
                <a:spcPts val="1200"/>
              </a:spcBef>
              <a:spcAft>
                <a:spcPts val="1200"/>
              </a:spcAft>
              <a:buNone/>
            </a:pPr>
            <a:r>
              <a:rPr b="1" lang="en" sz="1500">
                <a:solidFill>
                  <a:schemeClr val="dk1"/>
                </a:solidFill>
              </a:rPr>
              <a:t>Password Protection:</a:t>
            </a:r>
            <a:r>
              <a:rPr lang="en" sz="1500">
                <a:solidFill>
                  <a:schemeClr val="dk1"/>
                </a:solidFill>
              </a:rPr>
              <a:t> For sensitive documents, using passwords or encryption adds a layer of security. Many applications (like Microsoft Office) allow password protection for files.</a:t>
            </a:r>
            <a:br>
              <a:rPr lang="en" sz="1500">
                <a:solidFill>
                  <a:schemeClr val="dk1"/>
                </a:solidFill>
              </a:rPr>
            </a:br>
            <a:endParaRPr sz="1500"/>
          </a:p>
        </p:txBody>
      </p:sp>
      <p:pic>
        <p:nvPicPr>
          <p:cNvPr id="73" name="Google Shape;73;p16" title="download (85).jpg"/>
          <p:cNvPicPr preferRelativeResize="0"/>
          <p:nvPr/>
        </p:nvPicPr>
        <p:blipFill>
          <a:blip r:embed="rId3">
            <a:alphaModFix/>
          </a:blip>
          <a:stretch>
            <a:fillRect/>
          </a:stretch>
        </p:blipFill>
        <p:spPr>
          <a:xfrm>
            <a:off x="2488825" y="2806775"/>
            <a:ext cx="4018875" cy="1762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6700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Access Control:</a:t>
            </a:r>
            <a:r>
              <a:rPr lang="en" sz="1500">
                <a:solidFill>
                  <a:schemeClr val="dk1"/>
                </a:solidFill>
              </a:rPr>
              <a:t> Setting permissions to control who can view, edit, or share files, especially in shared environments (e.g., Teams, Google Drive).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Antivirus Software:</a:t>
            </a:r>
            <a:r>
              <a:rPr lang="en" sz="1500">
                <a:solidFill>
                  <a:schemeClr val="dk1"/>
                </a:solidFill>
              </a:rPr>
              <a:t> Using reliable antivirus programs ensures files are safe from malware or viruses that might corrupt or steal data.</a:t>
            </a:r>
            <a:br>
              <a:rPr lang="en" sz="1500">
                <a:solidFill>
                  <a:schemeClr val="dk1"/>
                </a:solidFill>
              </a:rPr>
            </a:br>
            <a:endParaRPr sz="1500"/>
          </a:p>
        </p:txBody>
      </p:sp>
      <p:pic>
        <p:nvPicPr>
          <p:cNvPr id="79" name="Google Shape;79;p17" title="download (35).png"/>
          <p:cNvPicPr preferRelativeResize="0"/>
          <p:nvPr/>
        </p:nvPicPr>
        <p:blipFill>
          <a:blip r:embed="rId3">
            <a:alphaModFix/>
          </a:blip>
          <a:stretch>
            <a:fillRect/>
          </a:stretch>
        </p:blipFill>
        <p:spPr>
          <a:xfrm>
            <a:off x="2649900" y="2396600"/>
            <a:ext cx="4139175" cy="2317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SEARCHING AND </a:t>
            </a:r>
            <a:r>
              <a:rPr lang="en"/>
              <a:t>RETRIEVING</a:t>
            </a:r>
            <a:r>
              <a:rPr lang="en"/>
              <a:t> FILES</a:t>
            </a:r>
            <a:endParaRPr/>
          </a:p>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The ability to search and retrieve files efficiently is key to good file management.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Search Functionality:</a:t>
            </a:r>
            <a:r>
              <a:rPr lang="en" sz="1500">
                <a:solidFill>
                  <a:schemeClr val="dk1"/>
                </a:solidFill>
              </a:rPr>
              <a:t> Operating systems and cloud platforms come with search tools that allow users to search for files by name, file type, or modification date.</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86" name="Google Shape;86;p18" title="findingfiles_documents.jpg"/>
          <p:cNvPicPr preferRelativeResize="0"/>
          <p:nvPr/>
        </p:nvPicPr>
        <p:blipFill>
          <a:blip r:embed="rId3">
            <a:alphaModFix/>
          </a:blip>
          <a:stretch>
            <a:fillRect/>
          </a:stretch>
        </p:blipFill>
        <p:spPr>
          <a:xfrm>
            <a:off x="2329619" y="2339019"/>
            <a:ext cx="4237826" cy="2518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6371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Tags and Metadata:</a:t>
            </a:r>
            <a:r>
              <a:rPr lang="en" sz="1500">
                <a:solidFill>
                  <a:schemeClr val="dk1"/>
                </a:solidFill>
              </a:rPr>
              <a:t> Some systems allow users to tag files with keywords or add metadata. This can help in narrowing down search results quickly.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File Preview:</a:t>
            </a:r>
            <a:r>
              <a:rPr lang="en" sz="1500">
                <a:solidFill>
                  <a:schemeClr val="dk1"/>
                </a:solidFill>
              </a:rPr>
              <a:t> Many file management systems (like Windows File Explorer or cloud platforms) allow users to preview a file without opening it fully, which can save time.</a:t>
            </a:r>
            <a:br>
              <a:rPr lang="en" sz="1500">
                <a:solidFill>
                  <a:schemeClr val="dk1"/>
                </a:solidFill>
              </a:rPr>
            </a:br>
            <a:endParaRPr sz="1500"/>
          </a:p>
        </p:txBody>
      </p:sp>
      <p:pic>
        <p:nvPicPr>
          <p:cNvPr id="92" name="Google Shape;92;p19" title="download (86).jpg"/>
          <p:cNvPicPr preferRelativeResize="0"/>
          <p:nvPr/>
        </p:nvPicPr>
        <p:blipFill>
          <a:blip r:embed="rId3">
            <a:alphaModFix/>
          </a:blip>
          <a:stretch>
            <a:fillRect/>
          </a:stretch>
        </p:blipFill>
        <p:spPr>
          <a:xfrm>
            <a:off x="3267275" y="2360525"/>
            <a:ext cx="2521725" cy="2521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SEARCHING OF FILES</a:t>
            </a:r>
            <a:endParaRPr/>
          </a:p>
        </p:txBody>
      </p:sp>
      <p:sp>
        <p:nvSpPr>
          <p:cNvPr id="98" name="Google Shape;98;p20"/>
          <p:cNvSpPr txBox="1"/>
          <p:nvPr>
            <p:ph idx="1" type="body"/>
          </p:nvPr>
        </p:nvSpPr>
        <p:spPr>
          <a:xfrm>
            <a:off x="311700" y="133472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AutoNum type="arabicParenR"/>
            </a:pPr>
            <a:r>
              <a:rPr b="1" lang="en" sz="1500">
                <a:solidFill>
                  <a:schemeClr val="dk1"/>
                </a:solidFill>
              </a:rPr>
              <a:t>Windows</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Open </a:t>
            </a:r>
            <a:r>
              <a:rPr b="1" lang="en" sz="1500">
                <a:solidFill>
                  <a:schemeClr val="dk1"/>
                </a:solidFill>
              </a:rPr>
              <a:t>File Explorer</a:t>
            </a:r>
            <a:r>
              <a:rPr lang="en" sz="1500">
                <a:solidFill>
                  <a:schemeClr val="dk1"/>
                </a:solidFill>
              </a:rPr>
              <a:t> and click on the search bar in the top-right corner.</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Start typing the name of the file, and Windows will search through all your folders for matching files.</a:t>
            </a:r>
            <a:endParaRPr sz="1500">
              <a:solidFill>
                <a:schemeClr val="dk1"/>
              </a:solidFill>
            </a:endParaRPr>
          </a:p>
          <a:p>
            <a:pPr indent="0" lvl="0" marL="9144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AutoNum type="arabicParenR"/>
            </a:pPr>
            <a:r>
              <a:rPr b="1" lang="en" sz="1500">
                <a:solidFill>
                  <a:schemeClr val="dk1"/>
                </a:solidFill>
              </a:rPr>
              <a:t>Mac</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Open </a:t>
            </a:r>
            <a:r>
              <a:rPr b="1" lang="en" sz="1500">
                <a:solidFill>
                  <a:schemeClr val="dk1"/>
                </a:solidFill>
              </a:rPr>
              <a:t>Finder</a:t>
            </a:r>
            <a:r>
              <a:rPr lang="en" sz="1500">
                <a:solidFill>
                  <a:schemeClr val="dk1"/>
                </a:solidFill>
              </a:rPr>
              <a:t> and use the search bar at the top-right corner.</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Type the name of the file, and Finder will show matching results across your system.</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293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SHARING FILES</a:t>
            </a:r>
            <a:endParaRPr/>
          </a:p>
        </p:txBody>
      </p:sp>
      <p:sp>
        <p:nvSpPr>
          <p:cNvPr id="104" name="Google Shape;104;p21"/>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Sharing files is an essential part of digital work, whether it’s sending a document to a colleague or collaborating on a project.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Email Attachments:</a:t>
            </a:r>
            <a:r>
              <a:rPr lang="en" sz="1500">
                <a:solidFill>
                  <a:schemeClr val="dk1"/>
                </a:solidFill>
              </a:rPr>
              <a:t> Files can be sent via email as attachments, but be mindful of file size limits (e.g., email services may restrict attachments over 25MB). </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Cloud Sharing:</a:t>
            </a:r>
            <a:r>
              <a:rPr lang="en" sz="1500">
                <a:solidFill>
                  <a:schemeClr val="dk1"/>
                </a:solidFill>
              </a:rPr>
              <a:t> Cloud services like Google Drive, OneDrive, or Dropbox allow users to share links to files or folders, with specific permissions for editing or viewing.</a:t>
            </a:r>
            <a:br>
              <a:rPr lang="en" sz="1500">
                <a:solidFill>
                  <a:schemeClr val="dk1"/>
                </a:solidFill>
              </a:rPr>
            </a:br>
            <a:endParaRPr sz="1500">
              <a:solidFill>
                <a:schemeClr val="dk1"/>
              </a:solidFill>
            </a:endParaRPr>
          </a:p>
        </p:txBody>
      </p:sp>
      <p:pic>
        <p:nvPicPr>
          <p:cNvPr id="105" name="Google Shape;105;p21" title="images (34).jpg"/>
          <p:cNvPicPr preferRelativeResize="0"/>
          <p:nvPr/>
        </p:nvPicPr>
        <p:blipFill rotWithShape="1">
          <a:blip r:embed="rId3">
            <a:alphaModFix/>
          </a:blip>
          <a:srcRect b="5866" l="-6525" r="-4081" t="2474"/>
          <a:stretch/>
        </p:blipFill>
        <p:spPr>
          <a:xfrm>
            <a:off x="6561000" y="3399600"/>
            <a:ext cx="2472225" cy="1743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BACKUP OF FILES</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Backing up files is crucial to prevent loss of important data due to accidental deletion, system failure, or theft.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Manual Backups:</a:t>
            </a:r>
            <a:r>
              <a:rPr lang="en" sz="1500">
                <a:solidFill>
                  <a:schemeClr val="dk1"/>
                </a:solidFill>
              </a:rPr>
              <a:t> Copying important files to an external storage device like an external hard drive or USB stick.</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112" name="Google Shape;112;p22" title="download (88).jpg"/>
          <p:cNvPicPr preferRelativeResize="0"/>
          <p:nvPr/>
        </p:nvPicPr>
        <p:blipFill>
          <a:blip r:embed="rId3">
            <a:alphaModFix/>
          </a:blip>
          <a:stretch>
            <a:fillRect/>
          </a:stretch>
        </p:blipFill>
        <p:spPr>
          <a:xfrm>
            <a:off x="2588850" y="2571750"/>
            <a:ext cx="3704500" cy="2165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