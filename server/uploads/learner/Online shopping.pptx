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40632f7bd5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40632f7bd5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40632f7bd5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40632f7bd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40632f7bd5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40632f7bd5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40632f7bd5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40632f7bd5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40632f7bd5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40632f7bd5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40632f7bd5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40632f7bd5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40632f7bd5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40632f7bd5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40632f7bd5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40632f7bd5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40632f7bd5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40632f7bd5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40632f7bd5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40632f7bd5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40632f7bd5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40632f7bd5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40632f7bd5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40632f7bd5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40632f7bd5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40632f7bd5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40632f7bd5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40632f7bd5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40632f7bd5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40632f7bd5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66533" y="11063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ONLINE SHOPPING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89075" y="2797175"/>
            <a:ext cx="4715433" cy="205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8082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Online shopping is when you buy products or services through websites or mobile apps instead of going to a physical store. You can buy anything: clothes, electronics, groceries, books, even food!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61" name="Google Shape;61;p14" title="download - 2025-04-07T150735.029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88954" y="2176104"/>
            <a:ext cx="3470225" cy="2309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SHOP ONLINE?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Step 1: Choose What You Want to Buy</a:t>
            </a:r>
            <a:endParaRPr b="1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Think about what you need: clothes, gadgets, groceries, etc.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Make a list of the items you want.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68" name="Google Shape;68;p15" title="images (66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18000" y="2905650"/>
            <a:ext cx="3291025" cy="1842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5551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Step 2: Pick a Reliable Website or App</a:t>
            </a:r>
            <a:endParaRPr b="1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Some popular shopping sites/apps in India: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b="1" lang="en" sz="1500">
                <a:solidFill>
                  <a:schemeClr val="dk1"/>
                </a:solidFill>
              </a:rPr>
              <a:t>Amazon, Flipkart, Myntra, BigBasket, Snapdeal, JioMart, etc.</a:t>
            </a:r>
            <a:br>
              <a:rPr b="1" lang="en" sz="1500">
                <a:solidFill>
                  <a:schemeClr val="dk1"/>
                </a:solidFill>
              </a:rPr>
            </a:b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Make sure the website is </a:t>
            </a:r>
            <a:r>
              <a:rPr b="1" lang="en" sz="1500">
                <a:solidFill>
                  <a:schemeClr val="dk1"/>
                </a:solidFill>
              </a:rPr>
              <a:t>secure</a:t>
            </a:r>
            <a:r>
              <a:rPr lang="en" sz="1500">
                <a:solidFill>
                  <a:schemeClr val="dk1"/>
                </a:solidFill>
              </a:rPr>
              <a:t>. Look for a </a:t>
            </a:r>
            <a:r>
              <a:rPr b="1" lang="en" sz="1500">
                <a:solidFill>
                  <a:schemeClr val="dk1"/>
                </a:solidFill>
              </a:rPr>
              <a:t>padlock symbol</a:t>
            </a:r>
            <a:r>
              <a:rPr lang="en" sz="1500">
                <a:solidFill>
                  <a:schemeClr val="dk1"/>
                </a:solidFill>
              </a:rPr>
              <a:t> (🔒) in the URL bar, which means it’s safe.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74" name="Google Shape;74;p16" title="download - 2025-04-07T152454.302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93875" y="2804400"/>
            <a:ext cx="3272950" cy="183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250950" y="605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Step 3: Create an Account (If Needed)</a:t>
            </a:r>
            <a:endParaRPr b="1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To shop, you might need to sign up with your email, phone number, and password.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Some sites let you shop without an account, but creating one helps you track orders.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80" name="Google Shape;8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06500" y="2048400"/>
            <a:ext cx="3328350" cy="2517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585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Step 4: Search for the Product</a:t>
            </a:r>
            <a:endParaRPr b="1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Use the </a:t>
            </a:r>
            <a:r>
              <a:rPr b="1" lang="en" sz="1500">
                <a:solidFill>
                  <a:schemeClr val="dk1"/>
                </a:solidFill>
              </a:rPr>
              <a:t>search bar</a:t>
            </a:r>
            <a:r>
              <a:rPr lang="en" sz="1500">
                <a:solidFill>
                  <a:schemeClr val="dk1"/>
                </a:solidFill>
              </a:rPr>
              <a:t> at the top of the website or app.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Type what you’re looking for, like “Bluetooth headphones” or “red running shoes.”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86" name="Google Shape;86;p18" title="HTH_1060x400_AccessibilityBanners_ProductAdvisor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3500" y="2399625"/>
            <a:ext cx="6631874" cy="214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666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Step 5: Check Product Details</a:t>
            </a:r>
            <a:endParaRPr b="1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Click on the product to see: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b="1" lang="en" sz="1500">
                <a:solidFill>
                  <a:schemeClr val="dk1"/>
                </a:solidFill>
              </a:rPr>
              <a:t>Product images</a:t>
            </a:r>
            <a:r>
              <a:rPr lang="en" sz="1500">
                <a:solidFill>
                  <a:schemeClr val="dk1"/>
                </a:solidFill>
              </a:rPr>
              <a:t> (to see how it looks)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b="1" lang="en" sz="1500">
                <a:solidFill>
                  <a:schemeClr val="dk1"/>
                </a:solidFill>
              </a:rPr>
              <a:t>Price</a:t>
            </a:r>
            <a:br>
              <a:rPr b="1" lang="en" sz="1500">
                <a:solidFill>
                  <a:schemeClr val="dk1"/>
                </a:solidFill>
              </a:rPr>
            </a:br>
            <a:endParaRPr b="1"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b="1" lang="en" sz="1500">
                <a:solidFill>
                  <a:schemeClr val="dk1"/>
                </a:solidFill>
              </a:rPr>
              <a:t>Description</a:t>
            </a:r>
            <a:r>
              <a:rPr lang="en" sz="1500">
                <a:solidFill>
                  <a:schemeClr val="dk1"/>
                </a:solidFill>
              </a:rPr>
              <a:t> (features, size, color, etc.)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b="1" lang="en" sz="1500">
                <a:solidFill>
                  <a:schemeClr val="dk1"/>
                </a:solidFill>
              </a:rPr>
              <a:t>Reviews</a:t>
            </a:r>
            <a:r>
              <a:rPr lang="en" sz="1500">
                <a:solidFill>
                  <a:schemeClr val="dk1"/>
                </a:solidFill>
              </a:rPr>
              <a:t> (what other buyers say)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8" name="Google Shape;98;p20" title="Amazon Product detail page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/>
          <p:nvPr>
            <p:ph idx="1" type="body"/>
          </p:nvPr>
        </p:nvSpPr>
        <p:spPr>
          <a:xfrm>
            <a:off x="311700" y="5956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Step 6: Add to Cart</a:t>
            </a:r>
            <a:endParaRPr b="1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If you like the product, click </a:t>
            </a:r>
            <a:r>
              <a:rPr b="1" lang="en" sz="1500">
                <a:solidFill>
                  <a:schemeClr val="dk1"/>
                </a:solidFill>
              </a:rPr>
              <a:t>“Add to Cart”</a:t>
            </a:r>
            <a:r>
              <a:rPr lang="en" sz="1500">
                <a:solidFill>
                  <a:schemeClr val="dk1"/>
                </a:solidFill>
              </a:rPr>
              <a:t>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Your cart is like a shopping bag where all the items you want are saved.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104" name="Google Shape;104;p21" title="download (88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38500" y="2397075"/>
            <a:ext cx="2466975" cy="1847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311700" y="6361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Step 7: Review Your Cart</a:t>
            </a:r>
            <a:endParaRPr b="1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Go to the cart (usually a shopping bag icon 🛍️).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Check if everything is correct: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Right </a:t>
            </a:r>
            <a:r>
              <a:rPr b="1" lang="en" sz="1500">
                <a:solidFill>
                  <a:schemeClr val="dk1"/>
                </a:solidFill>
              </a:rPr>
              <a:t>size, color, quantity</a:t>
            </a:r>
            <a:r>
              <a:rPr lang="en" sz="1500">
                <a:solidFill>
                  <a:schemeClr val="dk1"/>
                </a:solidFill>
              </a:rPr>
              <a:t>, etc.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If you want to remove or add more items, you can do that here.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110" name="Google Shape;110;p22" title="download (89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74288" y="3187425"/>
            <a:ext cx="2447925" cy="186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5956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Step 8: Proceed to Checkout</a:t>
            </a:r>
            <a:endParaRPr b="1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Click on </a:t>
            </a:r>
            <a:r>
              <a:rPr b="1" lang="en" sz="1500">
                <a:solidFill>
                  <a:schemeClr val="dk1"/>
                </a:solidFill>
              </a:rPr>
              <a:t>“Proceed to Checkout”</a:t>
            </a:r>
            <a:r>
              <a:rPr lang="en" sz="1500">
                <a:solidFill>
                  <a:schemeClr val="dk1"/>
                </a:solidFill>
              </a:rPr>
              <a:t> when you’re ready to buy.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Enter your </a:t>
            </a:r>
            <a:r>
              <a:rPr b="1" lang="en" sz="1500">
                <a:solidFill>
                  <a:schemeClr val="dk1"/>
                </a:solidFill>
              </a:rPr>
              <a:t>shipping address</a:t>
            </a:r>
            <a:r>
              <a:rPr lang="en" sz="1500">
                <a:solidFill>
                  <a:schemeClr val="dk1"/>
                </a:solidFill>
              </a:rPr>
              <a:t> (where you want the item delivered).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Choose a </a:t>
            </a:r>
            <a:r>
              <a:rPr b="1" lang="en" sz="1500">
                <a:solidFill>
                  <a:schemeClr val="dk1"/>
                </a:solidFill>
              </a:rPr>
              <a:t>payment method</a:t>
            </a:r>
            <a:r>
              <a:rPr lang="en" sz="1500">
                <a:solidFill>
                  <a:schemeClr val="dk1"/>
                </a:solidFill>
              </a:rPr>
              <a:t> (more on this below).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116" name="Google Shape;11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24372" y="2130250"/>
            <a:ext cx="2249751" cy="301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4"/>
          <p:cNvSpPr txBox="1"/>
          <p:nvPr>
            <p:ph idx="1" type="body"/>
          </p:nvPr>
        </p:nvSpPr>
        <p:spPr>
          <a:xfrm>
            <a:off x="230700" y="4133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Step 9: Choose a Payment Method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You can pay in several ways: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Cash on Delivery (COD):</a:t>
            </a:r>
            <a:endParaRPr b="1"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You pay when the product is delivered to your home.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Best if you don’t have online payment options.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Online Payment (Credit/Debit Card, UPI, Net Banking):</a:t>
            </a:r>
            <a:endParaRPr b="1"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Enter your card details or UPI ID.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Use </a:t>
            </a:r>
            <a:r>
              <a:rPr b="1" lang="en" sz="1500">
                <a:solidFill>
                  <a:schemeClr val="dk1"/>
                </a:solidFill>
              </a:rPr>
              <a:t>secure payment gateways</a:t>
            </a:r>
            <a:r>
              <a:rPr lang="en" sz="1500">
                <a:solidFill>
                  <a:schemeClr val="dk1"/>
                </a:solidFill>
              </a:rPr>
              <a:t>—you’ll often get an </a:t>
            </a:r>
            <a:r>
              <a:rPr b="1" lang="en" sz="1500">
                <a:solidFill>
                  <a:schemeClr val="dk1"/>
                </a:solidFill>
              </a:rPr>
              <a:t>OTP</a:t>
            </a:r>
            <a:r>
              <a:rPr lang="en" sz="1500">
                <a:solidFill>
                  <a:schemeClr val="dk1"/>
                </a:solidFill>
              </a:rPr>
              <a:t> (One-Time Password) to confirm.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122" name="Google Shape;12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06775" y="714525"/>
            <a:ext cx="3237225" cy="26437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Mobile Wallets:</a:t>
            </a:r>
            <a:br>
              <a:rPr b="1" lang="en" sz="1500">
                <a:solidFill>
                  <a:schemeClr val="dk1"/>
                </a:solidFill>
              </a:rPr>
            </a:br>
            <a:endParaRPr b="1"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Use apps like </a:t>
            </a:r>
            <a:r>
              <a:rPr b="1" lang="en" sz="1500">
                <a:solidFill>
                  <a:schemeClr val="dk1"/>
                </a:solidFill>
              </a:rPr>
              <a:t>Paytm, PhonePe, Google Pay</a:t>
            </a:r>
            <a:r>
              <a:rPr lang="en" sz="1500">
                <a:solidFill>
                  <a:schemeClr val="dk1"/>
                </a:solidFill>
              </a:rPr>
              <a:t> to pay quickly.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EMI (Easy Monthly Installments):</a:t>
            </a:r>
            <a:br>
              <a:rPr b="1" lang="en" sz="1500">
                <a:solidFill>
                  <a:schemeClr val="dk1"/>
                </a:solidFill>
              </a:rPr>
            </a:br>
            <a:endParaRPr b="1"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If the item is expensive, you can pay in monthly installments (if eligible).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6"/>
          <p:cNvSpPr txBox="1"/>
          <p:nvPr>
            <p:ph idx="1" type="body"/>
          </p:nvPr>
        </p:nvSpPr>
        <p:spPr>
          <a:xfrm>
            <a:off x="311700" y="6158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Step 10: Confirm &amp; Place Your Order</a:t>
            </a:r>
            <a:endParaRPr b="1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Review everything: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Product details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Address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Payment method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Click </a:t>
            </a:r>
            <a:r>
              <a:rPr b="1" lang="en" sz="1500">
                <a:solidFill>
                  <a:schemeClr val="dk1"/>
                </a:solidFill>
              </a:rPr>
              <a:t>“Place Order”</a:t>
            </a:r>
            <a:r>
              <a:rPr lang="en" sz="1500">
                <a:solidFill>
                  <a:schemeClr val="dk1"/>
                </a:solidFill>
              </a:rPr>
              <a:t>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You’ll get an </a:t>
            </a:r>
            <a:r>
              <a:rPr b="1" lang="en" sz="1500">
                <a:solidFill>
                  <a:schemeClr val="dk1"/>
                </a:solidFill>
              </a:rPr>
              <a:t>order confirmation</a:t>
            </a:r>
            <a:r>
              <a:rPr lang="en" sz="1500">
                <a:solidFill>
                  <a:schemeClr val="dk1"/>
                </a:solidFill>
              </a:rPr>
              <a:t> with an estimated delivery date.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133" name="Google Shape;133;p26" title="1_mC0q9Nkg1Fj7zqUe6oXuDg.jpg"/>
          <p:cNvPicPr preferRelativeResize="0"/>
          <p:nvPr/>
        </p:nvPicPr>
        <p:blipFill rotWithShape="1">
          <a:blip r:embed="rId3">
            <a:alphaModFix/>
          </a:blip>
          <a:srcRect b="0" l="42186" r="0" t="0"/>
          <a:stretch/>
        </p:blipFill>
        <p:spPr>
          <a:xfrm>
            <a:off x="5116425" y="896473"/>
            <a:ext cx="3530324" cy="2682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7"/>
          <p:cNvSpPr txBox="1"/>
          <p:nvPr>
            <p:ph idx="1" type="body"/>
          </p:nvPr>
        </p:nvSpPr>
        <p:spPr>
          <a:xfrm>
            <a:off x="311700" y="585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Step 11: Track Your Order</a:t>
            </a:r>
            <a:endParaRPr b="1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After ordering, go to your account and check </a:t>
            </a:r>
            <a:r>
              <a:rPr b="1" lang="en" sz="1500">
                <a:solidFill>
                  <a:schemeClr val="dk1"/>
                </a:solidFill>
              </a:rPr>
              <a:t>“My Orders”</a:t>
            </a:r>
            <a:r>
              <a:rPr lang="en" sz="1500">
                <a:solidFill>
                  <a:schemeClr val="dk1"/>
                </a:solidFill>
              </a:rPr>
              <a:t>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You can track your package in real-time and see when it’s out for delivery.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139" name="Google Shape;13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1500" y="2042850"/>
            <a:ext cx="3914624" cy="2704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8"/>
          <p:cNvSpPr txBox="1"/>
          <p:nvPr>
            <p:ph idx="1" type="body"/>
          </p:nvPr>
        </p:nvSpPr>
        <p:spPr>
          <a:xfrm>
            <a:off x="311700" y="5753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Step 12: Receive the Product</a:t>
            </a:r>
            <a:endParaRPr b="1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When the delivery person comes, check the package: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Is it in good condition?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Is it the right product?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If everything is okay, accept the package.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If you paid by COD, pay the delivery person.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145" name="Google Shape;14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16454" y="1801479"/>
            <a:ext cx="3439800" cy="2289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