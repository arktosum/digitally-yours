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402c57f4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402c57f4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02c57f49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402c57f49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02c57f49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02c57f49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02c57f49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02c57f49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402c57f49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402c57f49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02c57f49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02c57f49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02c57f49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02c57f49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02c57f49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02c57f49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402c57f49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402c57f49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02c57f49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02c57f49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6200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60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Saving</a:t>
            </a:r>
            <a:r>
              <a:rPr lang="en">
                <a:solidFill>
                  <a:schemeClr val="dk1"/>
                </a:solidFill>
              </a:rPr>
              <a:t> is the act of setting aside money instead of spending it all. It’s like putting money in a "money jar" for future use. This money can be used for emergencies, big purchases, or to achieve your financial goals.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Imagine you get Rs. 100 as a gift. Instead of spending all of it on snacks, you decide to save Rs.50 for later. That’s saving.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8875" y="2663750"/>
            <a:ext cx="3288650" cy="223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Saving Important?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For Emergencies: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Life is unpredictable. If your car breaks down, you need a medical emergency, or you lose your job, having savings can help you cover these unexpected costs without going into debt.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To Achieve Goals: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Whether you want to buy a car, go to college, travel, or start a business, saving helps you reach these dreams without relying on loans or credit.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77475" y="626200"/>
            <a:ext cx="8520600" cy="38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Financial Security: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Having money saved gives you peace of mind. You won’t have to worry about money problems when unexpected events happen.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Avoids Debt: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When you have savings, you’re less likely to borrow money or use credit cards for emergencies because you’ve already planned ahead.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Gives You Freedom: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The more you save, the more choices you have. You can take a break from work, start a new job you love, or retire earlier than planned.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FUNDS</a:t>
            </a:r>
            <a:endParaRPr/>
          </a:p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Emergency Fund: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it is:</a:t>
            </a:r>
            <a:r>
              <a:rPr lang="en" sz="1500">
                <a:solidFill>
                  <a:schemeClr val="dk1"/>
                </a:solidFill>
              </a:rPr>
              <a:t> Money set aside to cover unexpected expenses, like medical bills or car repairs.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How much to save:</a:t>
            </a:r>
            <a:r>
              <a:rPr lang="en" sz="1500">
                <a:solidFill>
                  <a:schemeClr val="dk1"/>
                </a:solidFill>
              </a:rPr>
              <a:t> Aim for 3-6 months’ worth of living expenses.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Example: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If you spend $800 a month on essentials, try to save $2,400 to $4,800 as an emergency fund.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311700" y="635925"/>
            <a:ext cx="8520600" cy="39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Short-Term Savings: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it is:</a:t>
            </a:r>
            <a:r>
              <a:rPr lang="en" sz="1500">
                <a:solidFill>
                  <a:schemeClr val="dk1"/>
                </a:solidFill>
              </a:rPr>
              <a:t> Money saved for things you want to buy within the next year or two.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Examples: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Buying a new phone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Going on vacation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Buying a laptop for school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8153" y="2392053"/>
            <a:ext cx="3636450" cy="205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657850"/>
            <a:ext cx="8520600" cy="3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Long-Term Savings: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it is:</a:t>
            </a:r>
            <a:r>
              <a:rPr lang="en" sz="1500">
                <a:solidFill>
                  <a:schemeClr val="dk1"/>
                </a:solidFill>
              </a:rPr>
              <a:t> Money saved for goals that are years away, like buying a house or retirement.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           Examples: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◆"/>
            </a:pPr>
            <a:r>
              <a:rPr lang="en" sz="1500">
                <a:solidFill>
                  <a:schemeClr val="dk1"/>
                </a:solidFill>
              </a:rPr>
              <a:t>Retirement savings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◆"/>
            </a:pPr>
            <a:r>
              <a:rPr lang="en" sz="1500">
                <a:solidFill>
                  <a:schemeClr val="dk1"/>
                </a:solidFill>
              </a:rPr>
              <a:t>College fund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◆"/>
            </a:pPr>
            <a:r>
              <a:rPr lang="en" sz="1500">
                <a:solidFill>
                  <a:schemeClr val="dk1"/>
                </a:solidFill>
              </a:rPr>
              <a:t>Down payment for a house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9" name="Google Shape;89;p19" title="download - 2025-04-07T154944.19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2628638"/>
            <a:ext cx="3448050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11700" y="657850"/>
            <a:ext cx="8520600" cy="3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Retirement Savings:</a:t>
            </a:r>
            <a:br>
              <a:rPr b="1" lang="en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What it is:</a:t>
            </a:r>
            <a:r>
              <a:rPr lang="en" sz="1500">
                <a:solidFill>
                  <a:schemeClr val="dk1"/>
                </a:solidFill>
              </a:rPr>
              <a:t> Money saved specifically for when you stop working.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Examples: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401(k) or IRA accounts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lang="en" sz="1500">
                <a:solidFill>
                  <a:schemeClr val="dk1"/>
                </a:solidFill>
              </a:rPr>
              <a:t>Pension plans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5" name="Google Shape;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6375" y="2207025"/>
            <a:ext cx="3544150" cy="198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How to Save Money Effectively: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Set Goals: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Know why you’re saving. Are you saving for an emergency, a new car, or retirement? Having clear goals keeps you motivated.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Create a Budget: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Track your income and expenses. This helps you find money to save regularly.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Pay Yourself First: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Treat savings like a bill you have to pay. As soon as you get paid, set aside a portion before spending on anything else.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11700" y="626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Automate Savings: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Set up automatic transfers from your checking account to your savings account. This way, you save without even thinking about it.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Cut Unnecessary Expenses: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Look for areas to reduce spending, like eating out less or canceling subscriptions you don’t use.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Start Small:</a:t>
            </a:r>
            <a:br>
              <a:rPr b="1" lang="en" sz="1500">
                <a:solidFill>
                  <a:schemeClr val="dk1"/>
                </a:solidFill>
              </a:rPr>
            </a:br>
            <a:r>
              <a:rPr lang="en" sz="1500">
                <a:solidFill>
                  <a:schemeClr val="dk1"/>
                </a:solidFill>
              </a:rPr>
              <a:t> You don’t need to save a lot at first. Even saving $5 a week adds up over time.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Key Terms to Know About Saving: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Interest:</a:t>
            </a:r>
            <a:r>
              <a:rPr lang="en" sz="1500">
                <a:solidFill>
                  <a:schemeClr val="dk1"/>
                </a:solidFill>
              </a:rPr>
              <a:t> Money earned on your savings, usually from a bank account.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Emergency Fund:</a:t>
            </a:r>
            <a:r>
              <a:rPr lang="en" sz="1500">
                <a:solidFill>
                  <a:schemeClr val="dk1"/>
                </a:solidFill>
              </a:rPr>
              <a:t> Money set aside for unexpected expenses.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Compound Interest:</a:t>
            </a:r>
            <a:r>
              <a:rPr lang="en" sz="1500">
                <a:solidFill>
                  <a:schemeClr val="dk1"/>
                </a:solidFill>
              </a:rPr>
              <a:t> Interest earned on both your original savings and the interest you’ve already earned.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Savings Account:</a:t>
            </a:r>
            <a:r>
              <a:rPr lang="en" sz="1500">
                <a:solidFill>
                  <a:schemeClr val="dk1"/>
                </a:solidFill>
              </a:rPr>
              <a:t> A bank account where you can store money safely and earn interest.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