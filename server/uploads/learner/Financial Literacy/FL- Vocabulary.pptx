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2921fe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2921fe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2921fe2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2921fe2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2921fe2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2921fe2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2921fe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2921fe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02921fe2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02921fe2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02921fe2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02921fe2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09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VOCABULARY IN FINANCIAL LITERACY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FINANCIAL CONCEPTS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33200" y="1182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Savings Account: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 bank account that earns interest on the money deposited.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Checking Account: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A bank account for daily transactions, often with no interest.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Balance: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The amount of money available in an account.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Emergency Fund: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Savings set aside for unexpected expenses.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3952" y="2084977"/>
            <a:ext cx="3059425" cy="20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Budget: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plan for managing income and expenses.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Money set aside for future use.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Debt: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Money borrowed that needs to be repaid.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The cost of borrowing money or the earnings on savings.</a:t>
            </a:r>
            <a:endParaRPr sz="15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4927" y="1288725"/>
            <a:ext cx="2682325" cy="239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INVESTMENT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Stocks: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Shares of ownership in a company.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Bonds: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Loans made to corporations or governments that pay interest over time.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Diversification: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Spreading investments across different assets to reduce risk.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Portfolio: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A collection of investments owned by an individual or institution.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1548" y="2741850"/>
            <a:ext cx="2530750" cy="13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Checking Account: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A bank account for everyday transactions.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 Account: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 account that earns interest on deposits.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Overdraft: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Spending more than what's available in an account, leading to fees.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ATM (Automated Teller Machine):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machine for withdrawing money or performing basic banking tasks.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500" y="1526850"/>
            <a:ext cx="295275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AND LOANS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Credit Score: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numerical representation of a person's creditworthiness.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Loan: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Money borrowed that must be repaid with interest.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Mortgage: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loan used to buy real estate, typically paid back over many years.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 Rate: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percentage charged on borrowed money or earned on deposits.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750" y="1567500"/>
            <a:ext cx="2984250" cy="18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TERMS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Inflation: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The rate at which the general level of prices rises over time.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Recession: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period of economic decline, typically marked by falling GDP and rising unemployment.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GDP (Gross Domestic Product):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total value of goods and services produced in a country in a year.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