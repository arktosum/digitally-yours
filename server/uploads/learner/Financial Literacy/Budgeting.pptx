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61fb45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61fb45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61fb45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61fb45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61fb45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61fb45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61fb45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61fb45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61fb45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61fb45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61fb45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61fb45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1fb45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1fb45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61fb45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061fb45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61fb45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61fb45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61fb45a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61fb45a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061fb45a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061fb45a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061fb45a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061fb45a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7400"/>
            <a:ext cx="8839200" cy="3924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807825" y="65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Budgeting</a:t>
            </a:r>
            <a:r>
              <a:rPr lang="en">
                <a:solidFill>
                  <a:schemeClr val="dk1"/>
                </a:solidFill>
              </a:rPr>
              <a:t> is the process of planning how to spend your money. It helps you manage your income, expenses, savings, and investments to achieve your financial goals. Think of it as creating a roadmap for your money to ensure you don’t spend more than you earn.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438" y="1954125"/>
            <a:ext cx="3189375" cy="31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Helps Control Spending:</a:t>
            </a:r>
            <a:r>
              <a:rPr lang="en" sz="1500">
                <a:solidFill>
                  <a:schemeClr val="dk1"/>
                </a:solidFill>
              </a:rPr>
              <a:t> You’ll know exactly how much you can spend without running out of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Saves Money:</a:t>
            </a:r>
            <a:r>
              <a:rPr lang="en" sz="1500">
                <a:solidFill>
                  <a:schemeClr val="dk1"/>
                </a:solidFill>
              </a:rPr>
              <a:t> Helps you put money aside for big goals like buying a car, traveling, or an emergency fund.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Reduces Stress:</a:t>
            </a:r>
            <a:r>
              <a:rPr lang="en" sz="1500">
                <a:solidFill>
                  <a:schemeClr val="dk1"/>
                </a:solidFill>
              </a:rPr>
              <a:t> You won’t worry about unexpected bills because you’ll be prepared.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Builds Good Habits:</a:t>
            </a:r>
            <a:r>
              <a:rPr lang="en" sz="1500">
                <a:solidFill>
                  <a:schemeClr val="dk1"/>
                </a:solidFill>
              </a:rPr>
              <a:t> Encourages smart money habits like saving regularly.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A BUDGET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39575" y="124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1: Track Your Income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Write down all the money you receive each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₹30,000 from your job + ₹5,000 from a side hustle = ₹35,000 total income.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73" name="Google Shape;73;p16" title="images (6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3577" y="3056725"/>
            <a:ext cx="3668934" cy="15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2: List Your Expenses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Write down everything you spend money on in a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Don’t forget irregular expenses like insurance, birthday gifts, or yearly subscriptions.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9" name="Google Shape;79;p17" title="download - 2025-04-07T143249.07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050" y="2763825"/>
            <a:ext cx="4489700" cy="16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593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3: Categorize Your Expenses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Needs (Essentials):</a:t>
            </a:r>
            <a:r>
              <a:rPr lang="en" sz="1500">
                <a:solidFill>
                  <a:schemeClr val="dk1"/>
                </a:solidFill>
              </a:rPr>
              <a:t> Rent, groceries, utilities, transportation.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Wants (Non-Essentials):</a:t>
            </a:r>
            <a:r>
              <a:rPr lang="en" sz="1500">
                <a:solidFill>
                  <a:schemeClr val="dk1"/>
                </a:solidFill>
              </a:rPr>
              <a:t> Movies, shopping, dining 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Savings/Debt:</a:t>
            </a:r>
            <a:r>
              <a:rPr lang="en" sz="1500">
                <a:solidFill>
                  <a:schemeClr val="dk1"/>
                </a:solidFill>
              </a:rPr>
              <a:t> Emergency fund, retirement savings, loan payments.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5" name="Google Shape;85;p18" title="download - 2025-04-07T144127.0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25" y="2946150"/>
            <a:ext cx="3417600" cy="19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4: Set Spending Limits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Decide how much you’ll spend in each category.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If your rent is ₹10,000, you might budget ₹4,000 for groceries, ₹2,000 for transport, and ₹3,000 for savings.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images (6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476" y="2686475"/>
            <a:ext cx="3960400" cy="20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Adjust as Needed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you’re spending too much on shopping, reduce that to save more.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Budgeting isn’t a one-time thing—you’ll adjust it as your income or expenses change.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150" y="2142225"/>
            <a:ext cx="2864025" cy="27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BUDGETING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12950" y="148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1. 50/30/20 Rule (Easy &amp; Effective)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50% of your income for Needs:</a:t>
            </a:r>
            <a:r>
              <a:rPr lang="en" sz="1500">
                <a:solidFill>
                  <a:schemeClr val="dk1"/>
                </a:solidFill>
              </a:rPr>
              <a:t> Rent, food, bills.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30% for Wants:</a:t>
            </a:r>
            <a:r>
              <a:rPr lang="en" sz="1500">
                <a:solidFill>
                  <a:schemeClr val="dk1"/>
                </a:solidFill>
              </a:rPr>
              <a:t> Entertainment, hobbies, shopping.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20% for Savings &amp; Debt Repayment:</a:t>
            </a:r>
            <a:r>
              <a:rPr lang="en" sz="1500">
                <a:solidFill>
                  <a:schemeClr val="dk1"/>
                </a:solidFill>
              </a:rPr>
              <a:t> Emergency fund, investments, paying off loans.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Income = ₹30,000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Needs = ₹15,000 (rent, food)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Wants = ₹9,000 (movies, shopping)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Savings = ₹6,000 (investment, emergency fund)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651" y="1457775"/>
            <a:ext cx="3262025" cy="1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61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Envelope System (For Cash Users)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envelopes for different spending categories: groceries, entertainment, transport,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the money in an envelope is gone, you can’t spend more in that category.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04" y="2348229"/>
            <a:ext cx="3409375" cy="22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Saves money for emergencies.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pay off debt faster.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Makes financial goals achievable (like buying a car, house, or going on vacation).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Improves financial awareness.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600" y="3134925"/>
            <a:ext cx="3769725" cy="18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MISTAKES TO AVOID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tracking small expenses (like coffee or snacks).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Being too strict—don’t cut out fun completely; budget for enjoyment too!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Ignoring irregular expenses (like annual insurance payments).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reviewing the budget regularly.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353" y="2949128"/>
            <a:ext cx="3596850" cy="18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