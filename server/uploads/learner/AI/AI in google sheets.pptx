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00e9b27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00e9b27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00e9b27c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400e9b27c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00e9b27c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00e9b27c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00e9b27c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400e9b27c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spreadsheets/u/0/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support.google.com/docs/answer/13447104#labs_features&amp;labs-ai-sheets" TargetMode="External"/><Relationship Id="rId4" Type="http://schemas.openxmlformats.org/officeDocument/2006/relationships/hyperlink" Target="https://support.google.com/docs/answer/13447104?sjid=3066267152506265237-NA#labs-opt-out&amp;exit-labs-docs&amp;exit-labs-gmail&amp;zippy=%2Chow-to-exit-from-google-docs-slides%2Chow-to-exit-from-gmai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IN GOOGLE SHEETS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560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rgbClr val="1F1F1F"/>
                </a:solidFill>
              </a:rPr>
              <a:t>On your computer, open a new spreadsheet or tab in </a:t>
            </a:r>
            <a:r>
              <a:rPr lang="en">
                <a:solidFill>
                  <a:srgbClr val="0B57D0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Sheets</a:t>
            </a:r>
            <a:r>
              <a:rPr lang="en">
                <a:solidFill>
                  <a:srgbClr val="1F1F1F"/>
                </a:solidFill>
              </a:rPr>
              <a:t>. The Help me organize                    sidebar will automatically open.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</a:rPr>
              <a:t>Tip: you can also access Help me organize via the toolbar or Insert menu.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457200" rtl="0" algn="l">
              <a:spcBef>
                <a:spcPts val="300"/>
              </a:spcBef>
              <a:spcAft>
                <a:spcPts val="90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6150" y="1108600"/>
            <a:ext cx="627175" cy="62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582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 startAt="2"/>
            </a:pPr>
            <a:r>
              <a:rPr b="1" lang="en" sz="1500">
                <a:solidFill>
                  <a:schemeClr val="dk1"/>
                </a:solidFill>
              </a:rPr>
              <a:t>Enter a prompt.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For example:</a:t>
            </a:r>
            <a:endParaRPr sz="1500">
              <a:solidFill>
                <a:schemeClr val="dk1"/>
              </a:solidFill>
            </a:endParaRPr>
          </a:p>
          <a:p>
            <a:pPr indent="-228600" lvl="1" marL="9144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"Plan a hiking trip in iceland"</a:t>
            </a:r>
            <a:endParaRPr sz="1500">
              <a:solidFill>
                <a:schemeClr val="dk1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"Tracking tasks for a project to build a new website"</a:t>
            </a:r>
            <a:endParaRPr sz="1500">
              <a:solidFill>
                <a:schemeClr val="dk1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"Planning a sales kick off event"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Tip: For better results, write instructions instead of questions. For example: "Wedding planner to-do list with status updates and due date"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 startAt="3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Create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615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1F1F"/>
                </a:solidFill>
              </a:rPr>
              <a:t>4.  (</a:t>
            </a:r>
            <a:r>
              <a:rPr b="1" lang="en" sz="1500">
                <a:solidFill>
                  <a:srgbClr val="1F1F1F"/>
                </a:solidFill>
              </a:rPr>
              <a:t>Optional</a:t>
            </a:r>
            <a:r>
              <a:rPr lang="en" sz="1500">
                <a:solidFill>
                  <a:srgbClr val="1F1F1F"/>
                </a:solidFill>
              </a:rPr>
              <a:t>) After generating a table, you can: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9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Send feedback about the suggested table</a:t>
            </a:r>
            <a:r>
              <a:rPr lang="en" sz="1500">
                <a:solidFill>
                  <a:srgbClr val="1F1F1F"/>
                </a:solidFill>
              </a:rPr>
              <a:t>: Click Good suggestion for a table that fulfills your request or Bad suggestion for a table that does not meet your needs. 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Roboto"/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1F1F"/>
                </a:solidFill>
              </a:rPr>
              <a:t>Edit your prompt</a:t>
            </a:r>
            <a:r>
              <a:rPr lang="en" sz="1500">
                <a:solidFill>
                  <a:srgbClr val="1F1F1F"/>
                </a:solidFill>
              </a:rPr>
              <a:t>: At the top of the sidebar, click the prompt. Edit your prompt and click Create.</a:t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Create a new version of the table: Click </a:t>
            </a:r>
            <a:r>
              <a:rPr b="1" lang="en" sz="1500">
                <a:solidFill>
                  <a:srgbClr val="1F1F1F"/>
                </a:solidFill>
              </a:rPr>
              <a:t>Create</a:t>
            </a:r>
            <a:r>
              <a:rPr lang="en" sz="1500">
                <a:solidFill>
                  <a:srgbClr val="1F1F1F"/>
                </a:solidFill>
              </a:rPr>
              <a:t>.</a:t>
            </a:r>
            <a:endParaRPr sz="1500">
              <a:solidFill>
                <a:srgbClr val="1F1F1F"/>
              </a:solidFill>
            </a:endParaRPr>
          </a:p>
          <a:p>
            <a:pPr indent="0" lvl="0" marL="182880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1F1F"/>
                </a:solidFill>
              </a:rPr>
              <a:t>Important: After creating a new version, you can’t go back to the previous version.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18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When you’re finished, in the preview, click </a:t>
            </a:r>
            <a:r>
              <a:rPr b="1" lang="en" sz="1500">
                <a:solidFill>
                  <a:srgbClr val="1F1F1F"/>
                </a:solidFill>
              </a:rPr>
              <a:t>Insert</a:t>
            </a:r>
            <a:r>
              <a:rPr lang="en" sz="1500">
                <a:solidFill>
                  <a:srgbClr val="1F1F1F"/>
                </a:solidFill>
              </a:rPr>
              <a:t>.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1F1F1F"/>
                </a:solidFill>
              </a:rPr>
              <a:t>Turn off the "Help me organize" prompt</a:t>
            </a:r>
            <a:endParaRPr sz="250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256875" y="1525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F1F1F"/>
                </a:solidFill>
              </a:rPr>
              <a:t>To turn off any of the features on Google Workspace Labs you must exit Workspace Labs. If you exit, you will permanently lose access to </a:t>
            </a:r>
            <a:r>
              <a:rPr lang="en">
                <a:solidFill>
                  <a:srgbClr val="0B57D0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all Workspace Labs features</a:t>
            </a:r>
            <a:r>
              <a:rPr lang="en">
                <a:solidFill>
                  <a:srgbClr val="1F1F1F"/>
                </a:solidFill>
              </a:rPr>
              <a:t>, and you won’t be able to rejoin Workspace Labs. Learn more about how to </a:t>
            </a:r>
            <a:r>
              <a:rPr lang="en">
                <a:solidFill>
                  <a:srgbClr val="0B57D0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exit Workspace Labs</a:t>
            </a:r>
            <a:r>
              <a:rPr lang="en">
                <a:solidFill>
                  <a:srgbClr val="1F1F1F"/>
                </a:solidFill>
              </a:rPr>
              <a:t>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