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b3fa45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b3fa45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b3fa45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b3fa45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3e0b3fa45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3e0b3fa45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e0b3fa45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e0b3fa45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3e0b3fa45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3e0b3fa45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e0b3fa45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e0b3fa45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b3fa4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b3fa4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b3fa45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b3fa4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3e0b3fa45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3e0b3fa45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e0b3fa45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e0b3fa45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mail.google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7508" y="278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EMAILS USING AI</a:t>
            </a:r>
            <a:endParaRPr/>
          </a:p>
        </p:txBody>
      </p:sp>
      <p:pic>
        <p:nvPicPr>
          <p:cNvPr id="55" name="Google Shape;55;p13" title="Design-a-cover-image-that-illustrates-the-concept-of-AI-powered-email-responses-transforming-custome-25-12-2024-at-19-59-19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329" y="2485300"/>
            <a:ext cx="2658202" cy="2658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9275" y="9351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</a:rPr>
              <a:t>In Gmail, you can use Gemini to draft emails based on your prompts.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9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</a:rPr>
              <a:t>You can use the Help me write button in Gmail</a:t>
            </a:r>
            <a:endParaRPr sz="2200">
              <a:solidFill>
                <a:schemeClr val="dk1"/>
              </a:solidFill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8700" y="2923175"/>
            <a:ext cx="574875" cy="57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FOLLOW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036125" y="1255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On your computer, open </a:t>
            </a:r>
            <a:r>
              <a:rPr lang="en" sz="1500">
                <a:solidFill>
                  <a:srgbClr val="0B57D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Gmail</a:t>
            </a:r>
            <a:r>
              <a:rPr lang="en" sz="1500">
                <a:solidFill>
                  <a:srgbClr val="1F1F1F"/>
                </a:solidFill>
              </a:rPr>
              <a:t>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top left, click Compose.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You can also reply to an email thread.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bottom left of the window, click Help me write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Enter a prompt. For example: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 thank you letter for my job interview”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 birthday invitation for my 5-year-old”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“Ask my friend for restaurant recommendations in Toronto”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Click Create.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nimation showing how to use AI in Gmail to write a cover letter for a job in marketing"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2400"/>
            <a:ext cx="9143999" cy="49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249600" y="8109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(OPTIONAL )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After generating your draft, click: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Recreate: Generate a new draft based on your prompt. After you create a new version of the draft, you can’t go back to the previous version.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Refine: Revise the text in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Formalize: Make the draft more formal.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Elaborate: Add additional details to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Shorten: Shorten the draft.</a:t>
            </a:r>
            <a:endParaRPr sz="1500">
              <a:solidFill>
                <a:srgbClr val="1F1F1F"/>
              </a:solidFill>
            </a:endParaRPr>
          </a:p>
          <a:p>
            <a:pPr indent="-2286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Roboto"/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900"/>
              </a:spcAft>
              <a:buNone/>
            </a:pPr>
            <a:r>
              <a:rPr lang="en" sz="1500">
                <a:solidFill>
                  <a:srgbClr val="1F1F1F"/>
                </a:solidFill>
              </a:rPr>
              <a:t>If your draft looks good, click Insert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REFINE A DRAFT USING GEMINI IN GMAIL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94500" y="1318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30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top left, click Compose.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You can also reply to an email thread or open an existing draft.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Write your message.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At the bottom left of the window, click Help me write (Labs)</a:t>
            </a:r>
            <a:endParaRPr sz="1500">
              <a:solidFill>
                <a:srgbClr val="1F1F1F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AutoNum type="arabicPeriod"/>
            </a:pPr>
            <a:r>
              <a:rPr lang="en" sz="1500">
                <a:solidFill>
                  <a:srgbClr val="1F1F1F"/>
                </a:solidFill>
              </a:rPr>
              <a:t>Choose an option from the menu: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Polish: Refine your draft.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Formalize: Make the draft more formal.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Elaborate: Add additional details to the draft.</a:t>
            </a:r>
            <a:endParaRPr sz="1500">
              <a:solidFill>
                <a:srgbClr val="1F1F1F"/>
              </a:solidFill>
            </a:endParaRPr>
          </a:p>
          <a:p>
            <a:pPr indent="-2286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1F1F1F"/>
                </a:solidFill>
              </a:rPr>
              <a:t>Shorten: Shorten the draft.</a:t>
            </a:r>
            <a:endParaRPr sz="1500">
              <a:solidFill>
                <a:srgbClr val="1F1F1F"/>
              </a:solidFill>
            </a:endParaRPr>
          </a:p>
          <a:p>
            <a:pPr indent="0" lvl="0" marL="457200" rtl="0" algn="l">
              <a:spcBef>
                <a:spcPts val="18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 animation showing how to use AI in Gmail to refine a cover letter draft"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592575" cy="485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ORGANIZE EMAILS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Emails can get messy, so it's good to stay organized: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Folders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create </a:t>
            </a:r>
            <a:r>
              <a:rPr b="1" lang="en" sz="1500">
                <a:solidFill>
                  <a:schemeClr val="dk1"/>
                </a:solidFill>
              </a:rPr>
              <a:t>folders</a:t>
            </a:r>
            <a:r>
              <a:rPr lang="en" sz="1500">
                <a:solidFill>
                  <a:schemeClr val="dk1"/>
                </a:solidFill>
              </a:rPr>
              <a:t> to keep your emails sorted. For example, you can have a folder called </a:t>
            </a:r>
            <a:r>
              <a:rPr b="1" lang="en" sz="1500">
                <a:solidFill>
                  <a:schemeClr val="dk1"/>
                </a:solidFill>
              </a:rPr>
              <a:t>"School"</a:t>
            </a:r>
            <a:r>
              <a:rPr lang="en" sz="1500">
                <a:solidFill>
                  <a:schemeClr val="dk1"/>
                </a:solidFill>
              </a:rPr>
              <a:t> for school-related emails or </a:t>
            </a:r>
            <a:r>
              <a:rPr b="1" lang="en" sz="1500">
                <a:solidFill>
                  <a:schemeClr val="dk1"/>
                </a:solidFill>
              </a:rPr>
              <a:t>"Work"</a:t>
            </a:r>
            <a:r>
              <a:rPr lang="en" sz="1500">
                <a:solidFill>
                  <a:schemeClr val="dk1"/>
                </a:solidFill>
              </a:rPr>
              <a:t> for job emails.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95" name="Google Shape;95;p20" title="Create-new-option.png"/>
          <p:cNvPicPr preferRelativeResize="0"/>
          <p:nvPr/>
        </p:nvPicPr>
        <p:blipFill rotWithShape="1">
          <a:blip r:embed="rId3">
            <a:alphaModFix/>
          </a:blip>
          <a:srcRect b="0" l="-7035" r="20177" t="21500"/>
          <a:stretch/>
        </p:blipFill>
        <p:spPr>
          <a:xfrm>
            <a:off x="3245374" y="2726925"/>
            <a:ext cx="2302451" cy="224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256875" y="560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Archiving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If you don’t want to delete an email but want it out of your inbox, you can </a:t>
            </a:r>
            <a:r>
              <a:rPr b="1" lang="en" sz="1500">
                <a:solidFill>
                  <a:schemeClr val="dk1"/>
                </a:solidFill>
              </a:rPr>
              <a:t>archive</a:t>
            </a:r>
            <a:r>
              <a:rPr lang="en" sz="1500">
                <a:solidFill>
                  <a:schemeClr val="dk1"/>
                </a:solidFill>
              </a:rPr>
              <a:t> it. It’s like putting it in storage, but you can find it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Mark as Important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You can mark important emails so that they stand out. This helps you remember to read or reply to them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1" name="Google Shape;101;p21" title="download - 2025-03-28T150110.74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7450" y="3054925"/>
            <a:ext cx="3359950" cy="188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320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EMAIL</a:t>
            </a:r>
            <a:r>
              <a:rPr lang="en"/>
              <a:t> </a:t>
            </a:r>
            <a:r>
              <a:rPr lang="en"/>
              <a:t>ETIQUETTE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0386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Be Polite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Just like you would say “Hello” or “Thank you” in a letter, use polite words in your emails. Always say </a:t>
            </a:r>
            <a:r>
              <a:rPr b="1" lang="en" sz="1500">
                <a:solidFill>
                  <a:schemeClr val="dk1"/>
                </a:solidFill>
              </a:rPr>
              <a:t>“Hi”</a:t>
            </a:r>
            <a:r>
              <a:rPr lang="en" sz="1500">
                <a:solidFill>
                  <a:schemeClr val="dk1"/>
                </a:solidFill>
              </a:rPr>
              <a:t> at the beginning and </a:t>
            </a:r>
            <a:r>
              <a:rPr b="1" lang="en" sz="1500">
                <a:solidFill>
                  <a:schemeClr val="dk1"/>
                </a:solidFill>
              </a:rPr>
              <a:t>“Thank you”</a:t>
            </a:r>
            <a:r>
              <a:rPr lang="en" sz="1500">
                <a:solidFill>
                  <a:schemeClr val="dk1"/>
                </a:solidFill>
              </a:rPr>
              <a:t> at the end.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b="1" lang="en" sz="1500">
                <a:solidFill>
                  <a:schemeClr val="dk1"/>
                </a:solidFill>
              </a:rPr>
              <a:t>Check Your Spelling and Grammar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Before sending, read through your email to make sure everything makes sense and there are no mistakes.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8" name="Google Shape;108;p22" title="images (1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1940" y="3292699"/>
            <a:ext cx="2220960" cy="18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603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Use Clear Subjects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The subject of your email should tell the person what the email is about, so they know if it’s urgent or if they can read it later.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Don’t Write in All Caps</a:t>
            </a:r>
            <a:r>
              <a:rPr lang="en" sz="1500">
                <a:solidFill>
                  <a:schemeClr val="dk1"/>
                </a:solidFill>
              </a:rPr>
              <a:t>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Writing in </a:t>
            </a:r>
            <a:r>
              <a:rPr b="1" lang="en" sz="1500">
                <a:solidFill>
                  <a:schemeClr val="dk1"/>
                </a:solidFill>
              </a:rPr>
              <a:t>ALL CAPS</a:t>
            </a:r>
            <a:r>
              <a:rPr lang="en" sz="1500">
                <a:solidFill>
                  <a:schemeClr val="dk1"/>
                </a:solidFill>
              </a:rPr>
              <a:t> can seem like you’re shouting. It’s better to use normal sentences.</a:t>
            </a:r>
            <a:br>
              <a:rPr lang="en" sz="1500">
                <a:solidFill>
                  <a:schemeClr val="dk1"/>
                </a:solidFill>
              </a:rPr>
            </a:br>
            <a:endParaRPr sz="1500"/>
          </a:p>
        </p:txBody>
      </p:sp>
      <p:pic>
        <p:nvPicPr>
          <p:cNvPr id="114" name="Google Shape;114;p23" title="images (38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7725" y="2923700"/>
            <a:ext cx="3252650" cy="19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