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3e0d862bb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3e0d862bb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3e0d862bb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3e0d862bb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3e0d862bb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3e0d862bb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3e0d862bb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3e0d862bb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3e0d862bb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3e0d862bb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3e0d862bb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3e0d862bb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e0d862bb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3e0d862bb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3e0d862bb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3e0d862bb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96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CHATGPT</a:t>
            </a:r>
            <a:endParaRPr/>
          </a:p>
        </p:txBody>
      </p:sp>
      <p:pic>
        <p:nvPicPr>
          <p:cNvPr id="55" name="Google Shape;55;p13" title="download (5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8725" y="2511025"/>
            <a:ext cx="2422800" cy="242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66525" y="538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ChatGPT</a:t>
            </a:r>
            <a:r>
              <a:rPr lang="en">
                <a:solidFill>
                  <a:schemeClr val="dk1"/>
                </a:solidFill>
              </a:rPr>
              <a:t> is an AI model developed by OpenAI that you can chat with just like you're talking to a person. You can ask it questions, get help with tasks, or just have a casual conversation.</a:t>
            </a:r>
            <a:endParaRPr/>
          </a:p>
        </p:txBody>
      </p:sp>
      <p:pic>
        <p:nvPicPr>
          <p:cNvPr id="61" name="Google Shape;61;p14" title="images (39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0700" y="2144175"/>
            <a:ext cx="3862600" cy="257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ACCESS IT?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On a Website</a:t>
            </a:r>
            <a:r>
              <a:rPr lang="en" sz="1500">
                <a:solidFill>
                  <a:schemeClr val="dk1"/>
                </a:solidFill>
              </a:rPr>
              <a:t>: ChatGPT is available on the OpenAI website (chat.openai.com).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Apps</a:t>
            </a:r>
            <a:r>
              <a:rPr lang="en" sz="1500">
                <a:solidFill>
                  <a:schemeClr val="dk1"/>
                </a:solidFill>
              </a:rPr>
              <a:t>: You can also use it via apps (like the official ChatGPT app for iOS and Android).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Sign In</a:t>
            </a:r>
            <a:r>
              <a:rPr lang="en" sz="1500">
                <a:solidFill>
                  <a:schemeClr val="dk1"/>
                </a:solidFill>
              </a:rPr>
              <a:t>: If you don’t have an account yet, create one with your email and sign in.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images (40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55325" y="2770975"/>
            <a:ext cx="3458625" cy="230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STARTING A CONVERSATION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Once you’re logged in, you’ll see a chat window. Just </a:t>
            </a:r>
            <a:r>
              <a:rPr b="1" lang="en" sz="1500">
                <a:solidFill>
                  <a:schemeClr val="dk1"/>
                </a:solidFill>
              </a:rPr>
              <a:t>type</a:t>
            </a:r>
            <a:r>
              <a:rPr lang="en" sz="1500">
                <a:solidFill>
                  <a:schemeClr val="dk1"/>
                </a:solidFill>
              </a:rPr>
              <a:t> your message in the text box at the bottom and press </a:t>
            </a:r>
            <a:r>
              <a:rPr b="1" lang="en" sz="1500">
                <a:solidFill>
                  <a:schemeClr val="dk1"/>
                </a:solidFill>
              </a:rPr>
              <a:t>Enter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Example</a:t>
            </a:r>
            <a:r>
              <a:rPr lang="en" sz="1500">
                <a:solidFill>
                  <a:schemeClr val="dk1"/>
                </a:solidFill>
              </a:rPr>
              <a:t>: Type “Hello, ChatGPT!” and hit enter. ChatGPT will respond with a greeting.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5" name="Google Shape;75;p16" title="Screenshot 2025-03-28 1600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400" y="3139650"/>
            <a:ext cx="8880850" cy="16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ASKING QUESTIONS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ChatGPT is great for answering questions. You can ask about pretty much anything!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Example</a:t>
            </a:r>
            <a:r>
              <a:rPr lang="en" sz="1500">
                <a:solidFill>
                  <a:schemeClr val="dk1"/>
                </a:solidFill>
              </a:rPr>
              <a:t>: “What is the capital of France?” or “Can you help me write a poem?”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2" name="Google Shape;82;p17" title="Screenshot 2025-03-28 1602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23926"/>
            <a:ext cx="9144000" cy="13948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HELP WITH TASKS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use ChatGPT for more than just chatting. It can help with: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Writing (essays, stories, emails, etc.)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Math problems and explanations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Coding (if you're learning how to program)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Research and summaries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Example</a:t>
            </a:r>
            <a:r>
              <a:rPr lang="en" sz="1500">
                <a:solidFill>
                  <a:schemeClr val="dk1"/>
                </a:solidFill>
              </a:rPr>
              <a:t>: “Can you help me solve this math problem: 5x + 3 = 18?”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HAVING A CASUAL CHAT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just talk to ChatGPT like it’s a friend. Ask about its day or share something you’re thinking about.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Example</a:t>
            </a:r>
            <a:r>
              <a:rPr lang="en" sz="1500">
                <a:solidFill>
                  <a:schemeClr val="dk1"/>
                </a:solidFill>
              </a:rPr>
              <a:t>: “What’s your favorite movie?” or “What’s the weather like today?”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5" name="Google Shape;95;p19" title="Screenshot 2025-03-28 1607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28225"/>
            <a:ext cx="9144000" cy="134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GEMINI FOR RESEARCH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Gemini is good at finding facts and offering insights. If you need help with a project, Gemini can pull relevant information and give explanations.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Example</a:t>
            </a:r>
            <a:r>
              <a:rPr lang="en" sz="1500">
                <a:solidFill>
                  <a:schemeClr val="dk1"/>
                </a:solidFill>
              </a:rPr>
              <a:t>: “What were the main causes of World War 2?” or “Explain how photosynthesis works.”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2" name="Google Shape;102;p20" title="download (5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925" y="3031400"/>
            <a:ext cx="4171531" cy="153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ChatGPT (plus)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you have a </a:t>
            </a:r>
            <a:r>
              <a:rPr b="1" lang="en" sz="1500">
                <a:solidFill>
                  <a:schemeClr val="dk1"/>
                </a:solidFill>
              </a:rPr>
              <a:t>ChatGPT Plus</a:t>
            </a:r>
            <a:r>
              <a:rPr lang="en" sz="1500">
                <a:solidFill>
                  <a:schemeClr val="dk1"/>
                </a:solidFill>
              </a:rPr>
              <a:t> subscription, you can access the latest version (GPT-4), and it can handle more complex tasks.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also change its “tone” and style for different uses, like asking for a friendly, professional, or casual response.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9" name="Google Shape;109;p21" title="download (5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4825" y="2777475"/>
            <a:ext cx="3514350" cy="187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