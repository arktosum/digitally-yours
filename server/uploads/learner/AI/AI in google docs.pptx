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e6f2730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e6f2730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6f27300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6f27300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e6f27300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e6f27300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e6f27300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e6f27300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e6f27300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e6f27300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6f27300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e6f27300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e6f27300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e6f27300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 GOOGLE DOCS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To check if you have access to Workspace Labs features, open a document in Google Docs. On the left, find Help me write 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475" y="1663250"/>
            <a:ext cx="354150" cy="3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61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On Google Docs, you can use the “Help me write” prompt to suggest text using artificial intelligence. You can use the prompt to: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Write new text. For example, you can ask Google Docs to draft a letter or a social media caption.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Rewrite existing text. For example, you can rephrase text, or you can make it more formal, more concise, or more detailed.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This feature is currently available on desktop.</a:t>
            </a:r>
            <a:endParaRPr sz="15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1F1F"/>
                </a:solidFill>
              </a:rPr>
              <a:t>Enter a prompt.</a:t>
            </a:r>
            <a:r>
              <a:rPr lang="en" sz="1500">
                <a:solidFill>
                  <a:srgbClr val="1F1F1F"/>
                </a:solidFill>
              </a:rPr>
              <a:t> For example: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“Write a poem about the life of a 6 year old boy”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“How-to guide for operating a lawn mower”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“Thank you letter after an interview"</a:t>
            </a:r>
            <a:endParaRPr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Tip: For better results, write instructions instead of questions. For example: "Write an event plan for a summit on tech design."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Click Create.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 startAt="5"/>
            </a:pPr>
            <a:r>
              <a:rPr lang="en" sz="1500">
                <a:solidFill>
                  <a:srgbClr val="1F1F1F"/>
                </a:solidFill>
              </a:rPr>
              <a:t>Optional) After generating the text, you can: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Send feedback about the suggested text: Click Good suggestion 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or Bad suggestion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Edit your prompt</a:t>
            </a:r>
            <a:r>
              <a:rPr lang="en" sz="1500">
                <a:solidFill>
                  <a:srgbClr val="1F1F1F"/>
                </a:solidFill>
              </a:rPr>
              <a:t>: At the top of the pop-up window, click the prompt. Edit your prompt and click Update.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 </a:t>
            </a:r>
            <a:endParaRPr b="1" sz="1500">
              <a:solidFill>
                <a:srgbClr val="1F1F1F"/>
              </a:solidFill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8400" y="1291550"/>
            <a:ext cx="462675" cy="4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400" y="1882525"/>
            <a:ext cx="462675" cy="4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28600" lvl="1" marL="9144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Rewrite the suggested text:      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   Click Refine and choose an option: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Tone</a:t>
            </a:r>
            <a:r>
              <a:rPr lang="en" sz="1500">
                <a:solidFill>
                  <a:srgbClr val="1F1F1F"/>
                </a:solidFill>
              </a:rPr>
              <a:t>: Select Formal or Casual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Summarize</a:t>
            </a:r>
            <a:r>
              <a:rPr lang="en" sz="1500">
                <a:solidFill>
                  <a:srgbClr val="1F1F1F"/>
                </a:solidFill>
              </a:rPr>
              <a:t>: Gives the key points of the text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Bulletize</a:t>
            </a:r>
            <a:r>
              <a:rPr lang="en" sz="1500">
                <a:solidFill>
                  <a:srgbClr val="1F1F1F"/>
                </a:solidFill>
              </a:rPr>
              <a:t>: Formats the text into a bulleted list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Elaborate</a:t>
            </a:r>
            <a:r>
              <a:rPr lang="en" sz="1500">
                <a:solidFill>
                  <a:srgbClr val="1F1F1F"/>
                </a:solidFill>
              </a:rPr>
              <a:t>: Adds details to build upon the text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Shorten</a:t>
            </a:r>
            <a:r>
              <a:rPr lang="en" sz="1500">
                <a:solidFill>
                  <a:srgbClr val="1F1F1F"/>
                </a:solidFill>
              </a:rPr>
              <a:t>: Makes the text more concise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Retry</a:t>
            </a:r>
            <a:r>
              <a:rPr lang="en" sz="1500">
                <a:solidFill>
                  <a:srgbClr val="1F1F1F"/>
                </a:solidFill>
              </a:rPr>
              <a:t>: Create a new version of the text.</a:t>
            </a:r>
            <a:endParaRPr sz="1500">
              <a:solidFill>
                <a:srgbClr val="1F1F1F"/>
              </a:solidFill>
            </a:endParaRPr>
          </a:p>
          <a:p>
            <a:pPr indent="-228600" lvl="3" marL="18288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Important</a:t>
            </a:r>
            <a:r>
              <a:rPr lang="en" sz="1500">
                <a:solidFill>
                  <a:srgbClr val="1F1F1F"/>
                </a:solidFill>
              </a:rPr>
              <a:t>: After creating a new version, you can’t go back to the previous version.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When you’re finished, click Insert.</a:t>
            </a:r>
            <a:endParaRPr sz="1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AI TO REWRITE EXISTING TEXT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Choose an option from the menu: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Modify with a prompt</a:t>
            </a:r>
            <a:r>
              <a:rPr lang="en" sz="1500">
                <a:solidFill>
                  <a:srgbClr val="1F1F1F"/>
                </a:solidFill>
              </a:rPr>
              <a:t>: Write your own prompt to refine the text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Rephrase</a:t>
            </a:r>
            <a:r>
              <a:rPr lang="en" sz="1500">
                <a:solidFill>
                  <a:srgbClr val="1F1F1F"/>
                </a:solidFill>
              </a:rPr>
              <a:t>: </a:t>
            </a:r>
            <a:r>
              <a:rPr lang="en" sz="1500">
                <a:solidFill>
                  <a:srgbClr val="1F1F1F"/>
                </a:solidFill>
              </a:rPr>
              <a:t>Rewords</a:t>
            </a:r>
            <a:r>
              <a:rPr lang="en" sz="1500">
                <a:solidFill>
                  <a:srgbClr val="1F1F1F"/>
                </a:solidFill>
              </a:rPr>
              <a:t> the text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Shorten</a:t>
            </a:r>
            <a:r>
              <a:rPr lang="en" sz="1500">
                <a:solidFill>
                  <a:srgbClr val="1F1F1F"/>
                </a:solidFill>
              </a:rPr>
              <a:t>: Makes the text more concise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Elaborate</a:t>
            </a:r>
            <a:r>
              <a:rPr lang="en" sz="1500">
                <a:solidFill>
                  <a:srgbClr val="1F1F1F"/>
                </a:solidFill>
              </a:rPr>
              <a:t>: Adds details to build upon the text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More formal</a:t>
            </a:r>
            <a:r>
              <a:rPr lang="en" sz="1500">
                <a:solidFill>
                  <a:srgbClr val="1F1F1F"/>
                </a:solidFill>
              </a:rPr>
              <a:t>: Makes the text sound more formal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More casual</a:t>
            </a:r>
            <a:r>
              <a:rPr lang="en" sz="1500">
                <a:solidFill>
                  <a:srgbClr val="1F1F1F"/>
                </a:solidFill>
              </a:rPr>
              <a:t>: Makes the text sound more casual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Bulletize</a:t>
            </a:r>
            <a:r>
              <a:rPr lang="en" sz="1500">
                <a:solidFill>
                  <a:srgbClr val="1F1F1F"/>
                </a:solidFill>
              </a:rPr>
              <a:t>: Formats the text into a bulleted list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Summarize</a:t>
            </a:r>
            <a:r>
              <a:rPr lang="en" sz="1500">
                <a:solidFill>
                  <a:srgbClr val="1F1F1F"/>
                </a:solidFill>
              </a:rPr>
              <a:t>: Gives the key points of the text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FEEDBACK ON GENERATED TEXT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</a:rPr>
              <a:t>Gemini for Google Workspace is constantly learning and may not be able to support your request.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</a:rPr>
              <a:t>If you get a suggestion that’s inaccurate or that you feel is unsafe, you can let us know by submitting feedback. Your feedback can help improve AI-assisted Workspace features and broader Google efforts in AI. 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