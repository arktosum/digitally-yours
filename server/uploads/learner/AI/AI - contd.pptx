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1babbf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1babbf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b1babbf0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b1babbf0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b1babbf0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b1babbf0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b1babbf0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b1babbf0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b1babbf0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b1babbf0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b1babbf0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b1babbf0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696" y="-340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</a:t>
            </a:r>
            <a:endParaRPr/>
          </a:p>
        </p:txBody>
      </p:sp>
      <p:pic>
        <p:nvPicPr>
          <p:cNvPr id="55" name="Google Shape;55;p13" title="images (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475" y="2085850"/>
            <a:ext cx="4739366" cy="26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AI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Efficiency</a:t>
            </a:r>
            <a:r>
              <a:rPr lang="en" sz="1500">
                <a:solidFill>
                  <a:schemeClr val="dk1"/>
                </a:solidFill>
              </a:rPr>
              <a:t> – AI can work faster and handle large amounts of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Accuracy</a:t>
            </a:r>
            <a:r>
              <a:rPr lang="en" sz="1500">
                <a:solidFill>
                  <a:schemeClr val="dk1"/>
                </a:solidFill>
              </a:rPr>
              <a:t> – AI reduces human errors in tasks like calculations and analysis.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Automation</a:t>
            </a:r>
            <a:r>
              <a:rPr lang="en" sz="1500">
                <a:solidFill>
                  <a:schemeClr val="dk1"/>
                </a:solidFill>
              </a:rPr>
              <a:t> – AI can perform repetitive tasks, saving time and effort.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 </a:t>
            </a:r>
            <a:endParaRPr sz="1500"/>
          </a:p>
        </p:txBody>
      </p:sp>
      <p:pic>
        <p:nvPicPr>
          <p:cNvPr id="62" name="Google Shape;62;p14" title="download (27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077" y="2877100"/>
            <a:ext cx="2933650" cy="21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88450" y="60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24/7 Availability</a:t>
            </a:r>
            <a:r>
              <a:rPr lang="en" sz="1500">
                <a:solidFill>
                  <a:schemeClr val="dk1"/>
                </a:solidFill>
              </a:rPr>
              <a:t> – AI doesn’t need breaks and can work nonstop.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Personalization</a:t>
            </a:r>
            <a:r>
              <a:rPr lang="en" sz="1500">
                <a:solidFill>
                  <a:schemeClr val="dk1"/>
                </a:solidFill>
              </a:rPr>
              <a:t> – AI tailors recommendations in apps, websites, and services.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1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350" y="2078350"/>
            <a:ext cx="30231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 of AI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Job Loss</a:t>
            </a:r>
            <a:r>
              <a:rPr lang="en" sz="1500">
                <a:solidFill>
                  <a:schemeClr val="dk1"/>
                </a:solidFill>
              </a:rPr>
              <a:t> – AI can replace human workers in some industries.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High Cost</a:t>
            </a:r>
            <a:r>
              <a:rPr lang="en" sz="1500">
                <a:solidFill>
                  <a:schemeClr val="dk1"/>
                </a:solidFill>
              </a:rPr>
              <a:t> – Developing and maintaining AI is expensive.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Lack of Creativity</a:t>
            </a:r>
            <a:r>
              <a:rPr lang="en" sz="1500">
                <a:solidFill>
                  <a:schemeClr val="dk1"/>
                </a:solidFill>
              </a:rPr>
              <a:t> – AI follows patterns but doesn’t think like humans.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5" name="Google Shape;75;p16" title="images (1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728" y="2835150"/>
            <a:ext cx="3579000" cy="20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72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Dependence on Data</a:t>
            </a:r>
            <a:r>
              <a:rPr lang="en" sz="1500">
                <a:solidFill>
                  <a:schemeClr val="dk1"/>
                </a:solidFill>
              </a:rPr>
              <a:t> – AI needs lots of data to function well.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Ethical Concerns</a:t>
            </a:r>
            <a:r>
              <a:rPr lang="en" sz="1500">
                <a:solidFill>
                  <a:schemeClr val="dk1"/>
                </a:solidFill>
              </a:rPr>
              <a:t> – AI can be misused for surveillance or biased decision-making.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1" name="Google Shape;81;p17" title="download (2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976" y="2198950"/>
            <a:ext cx="3518900" cy="23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of AI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Bias in AI</a:t>
            </a:r>
            <a:r>
              <a:rPr lang="en" sz="1500">
                <a:solidFill>
                  <a:schemeClr val="dk1"/>
                </a:solidFill>
              </a:rPr>
              <a:t> – AI can inherit unfair biases from its training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Security Risks</a:t>
            </a:r>
            <a:r>
              <a:rPr lang="en" sz="1500">
                <a:solidFill>
                  <a:schemeClr val="dk1"/>
                </a:solidFill>
              </a:rPr>
              <a:t> – AI systems can be hacked or misused.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Regulation Issues</a:t>
            </a:r>
            <a:r>
              <a:rPr lang="en" sz="1500">
                <a:solidFill>
                  <a:schemeClr val="dk1"/>
                </a:solidFill>
              </a:rPr>
              <a:t> – Laws on AI use are still developing.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8" name="Google Shape;88;p18" title="images (1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4575" y="1919425"/>
            <a:ext cx="3278250" cy="24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60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Understanding AI</a:t>
            </a:r>
            <a:r>
              <a:rPr lang="en" sz="1500">
                <a:solidFill>
                  <a:schemeClr val="dk1"/>
                </a:solidFill>
              </a:rPr>
              <a:t> – Many people don’t fully understand how AI makes decisions.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Energy Consumption</a:t>
            </a:r>
            <a:r>
              <a:rPr lang="en" sz="1500">
                <a:solidFill>
                  <a:schemeClr val="dk1"/>
                </a:solidFill>
              </a:rPr>
              <a:t> – AI needs a lot of computing power, which can impact the environment.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4" name="Google Shape;94;p19" title="images (1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650" y="1985275"/>
            <a:ext cx="4160300" cy="27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