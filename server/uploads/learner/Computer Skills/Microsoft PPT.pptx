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721329a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721329a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721329a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721329a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721329a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721329a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e721329a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e721329a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e721329a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e721329a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e721329a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e721329a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e721329a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e721329a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e721329a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e721329a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e721329a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e721329a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e721329a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3e721329a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e721329a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e721329a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e721329a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e721329a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e721329a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e721329a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7275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 POWERPOINT</a:t>
            </a:r>
            <a:endParaRPr/>
          </a:p>
        </p:txBody>
      </p:sp>
      <p:pic>
        <p:nvPicPr>
          <p:cNvPr id="55" name="Google Shape;55;p13" title="download - 2025-04-02T160342.97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4125" y="2993425"/>
            <a:ext cx="2097859" cy="195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735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Microsoft PowerPoint is a </a:t>
            </a:r>
            <a:r>
              <a:rPr b="1" lang="en">
                <a:solidFill>
                  <a:schemeClr val="dk1"/>
                </a:solidFill>
              </a:rPr>
              <a:t>presentation software</a:t>
            </a:r>
            <a:r>
              <a:rPr lang="en">
                <a:solidFill>
                  <a:schemeClr val="dk1"/>
                </a:solidFill>
              </a:rPr>
              <a:t> used to create slideshows for </a:t>
            </a:r>
            <a:r>
              <a:rPr b="1" lang="en">
                <a:solidFill>
                  <a:schemeClr val="dk1"/>
                </a:solidFill>
              </a:rPr>
              <a:t>business, education, and personal use</a:t>
            </a:r>
            <a:r>
              <a:rPr lang="en">
                <a:solidFill>
                  <a:schemeClr val="dk1"/>
                </a:solidFill>
              </a:rPr>
              <a:t>. It helps you design visual presentations using </a:t>
            </a:r>
            <a:r>
              <a:rPr b="1" lang="en">
                <a:solidFill>
                  <a:schemeClr val="dk1"/>
                </a:solidFill>
              </a:rPr>
              <a:t>text, images, charts, animations, and videos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075" y="2031451"/>
            <a:ext cx="6424926" cy="274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92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Key Features of Microsoft PowerPoint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Slides and Slide Layouts</a:t>
            </a:r>
            <a:endParaRPr b="1" sz="2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presentation is made up of </a:t>
            </a:r>
            <a:r>
              <a:rPr b="1" lang="en" sz="1500">
                <a:solidFill>
                  <a:schemeClr val="dk1"/>
                </a:solidFill>
              </a:rPr>
              <a:t>slides</a:t>
            </a:r>
            <a:r>
              <a:rPr lang="en" sz="1500">
                <a:solidFill>
                  <a:schemeClr val="dk1"/>
                </a:solidFill>
              </a:rPr>
              <a:t> (like pages in a book).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Each slide can have </a:t>
            </a:r>
            <a:r>
              <a:rPr b="1" lang="en" sz="1500">
                <a:solidFill>
                  <a:schemeClr val="dk1"/>
                </a:solidFill>
              </a:rPr>
              <a:t>text, images, graphs, or videos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PowerPoint provides </a:t>
            </a:r>
            <a:r>
              <a:rPr b="1" lang="en" sz="1500">
                <a:solidFill>
                  <a:schemeClr val="dk1"/>
                </a:solidFill>
              </a:rPr>
              <a:t>pre-designed layouts</a:t>
            </a:r>
            <a:r>
              <a:rPr lang="en" sz="1500">
                <a:solidFill>
                  <a:schemeClr val="dk1"/>
                </a:solidFill>
              </a:rPr>
              <a:t> to organize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content easily.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Screenshot 2025-04-02 1633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4375" y="2365150"/>
            <a:ext cx="3227701" cy="277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93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Themes and Templates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Choose from </a:t>
            </a:r>
            <a:r>
              <a:rPr b="1" lang="en" sz="1500">
                <a:solidFill>
                  <a:schemeClr val="dk1"/>
                </a:solidFill>
              </a:rPr>
              <a:t>built-in themes</a:t>
            </a:r>
            <a:r>
              <a:rPr lang="en" sz="1500">
                <a:solidFill>
                  <a:schemeClr val="dk1"/>
                </a:solidFill>
              </a:rPr>
              <a:t> for a professional look.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PowerPoint templates</a:t>
            </a:r>
            <a:r>
              <a:rPr lang="en" sz="1500">
                <a:solidFill>
                  <a:schemeClr val="dk1"/>
                </a:solidFill>
              </a:rPr>
              <a:t> for reports, business presentations, and resumes.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Customize colors, fonts, and backgrounds.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374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Adding Text and Images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Insert </a:t>
            </a:r>
            <a:r>
              <a:rPr b="1" lang="en" sz="1500">
                <a:solidFill>
                  <a:schemeClr val="dk1"/>
                </a:solidFill>
              </a:rPr>
              <a:t>titles, subtitles, and bullet points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Change </a:t>
            </a:r>
            <a:r>
              <a:rPr b="1" lang="en" sz="1500">
                <a:solidFill>
                  <a:schemeClr val="dk1"/>
                </a:solidFill>
              </a:rPr>
              <a:t>font style, size, and color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Add </a:t>
            </a:r>
            <a:r>
              <a:rPr b="1" lang="en" sz="1500">
                <a:solidFill>
                  <a:schemeClr val="dk1"/>
                </a:solidFill>
              </a:rPr>
              <a:t>images, icons, and shapes</a:t>
            </a:r>
            <a:r>
              <a:rPr lang="en" sz="1500">
                <a:solidFill>
                  <a:schemeClr val="dk1"/>
                </a:solidFill>
              </a:rPr>
              <a:t> to make slides visually appealing.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79" name="Google Shape;79;p17" title="Screenshot 2025-04-02 1637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350" y="3394600"/>
            <a:ext cx="4982900" cy="129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406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Animations and Transitions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Animations</a:t>
            </a:r>
            <a:r>
              <a:rPr lang="en" sz="1500">
                <a:solidFill>
                  <a:schemeClr val="dk1"/>
                </a:solidFill>
              </a:rPr>
              <a:t>: Apply movement effects to text and images.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Transitions</a:t>
            </a:r>
            <a:r>
              <a:rPr lang="en" sz="1500">
                <a:solidFill>
                  <a:schemeClr val="dk1"/>
                </a:solidFill>
              </a:rPr>
              <a:t>: Add effects between slides (e.g., fade, zoom, slide-in).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timing options</a:t>
            </a:r>
            <a:r>
              <a:rPr lang="en" sz="1500">
                <a:solidFill>
                  <a:schemeClr val="dk1"/>
                </a:solidFill>
              </a:rPr>
              <a:t> to control how elements appear.</a:t>
            </a:r>
            <a:endParaRPr sz="1500"/>
          </a:p>
        </p:txBody>
      </p:sp>
      <p:pic>
        <p:nvPicPr>
          <p:cNvPr id="85" name="Google Shape;85;p18" title="Screenshot 2025-04-02 1638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27500"/>
            <a:ext cx="8839199" cy="973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4140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Inserting Videos, Charts, and SmartArt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Add </a:t>
            </a:r>
            <a:r>
              <a:rPr b="1" lang="en" sz="1500">
                <a:solidFill>
                  <a:schemeClr val="dk1"/>
                </a:solidFill>
              </a:rPr>
              <a:t>videos</a:t>
            </a:r>
            <a:r>
              <a:rPr lang="en" sz="1500">
                <a:solidFill>
                  <a:schemeClr val="dk1"/>
                </a:solidFill>
              </a:rPr>
              <a:t> from your computer or YouTube.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Insert </a:t>
            </a:r>
            <a:r>
              <a:rPr b="1" lang="en" sz="1500">
                <a:solidFill>
                  <a:schemeClr val="dk1"/>
                </a:solidFill>
              </a:rPr>
              <a:t>charts and graphs</a:t>
            </a:r>
            <a:r>
              <a:rPr lang="en" sz="1500">
                <a:solidFill>
                  <a:schemeClr val="dk1"/>
                </a:solidFill>
              </a:rPr>
              <a:t> to display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SmartArt</a:t>
            </a:r>
            <a:r>
              <a:rPr lang="en" sz="1500">
                <a:solidFill>
                  <a:schemeClr val="dk1"/>
                </a:solidFill>
              </a:rPr>
              <a:t> for flowcharts and organizational diagrams.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1" name="Google Shape;91;p19" title="Screenshot 2025-04-02 1638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78475"/>
            <a:ext cx="8839199" cy="824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604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Slide Show Mode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Slide Show</a:t>
            </a:r>
            <a:r>
              <a:rPr lang="en" sz="1500">
                <a:solidFill>
                  <a:schemeClr val="dk1"/>
                </a:solidFill>
              </a:rPr>
              <a:t> to present slides </a:t>
            </a:r>
            <a:r>
              <a:rPr b="1" lang="en" sz="1500">
                <a:solidFill>
                  <a:schemeClr val="dk1"/>
                </a:solidFill>
              </a:rPr>
              <a:t>full-screen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a </a:t>
            </a:r>
            <a:r>
              <a:rPr b="1" lang="en" sz="1500">
                <a:solidFill>
                  <a:schemeClr val="dk1"/>
                </a:solidFill>
              </a:rPr>
              <a:t>laser pointer or pen tool</a:t>
            </a:r>
            <a:r>
              <a:rPr lang="en" sz="1500">
                <a:solidFill>
                  <a:schemeClr val="dk1"/>
                </a:solidFill>
              </a:rPr>
              <a:t> to highlight points.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Set up </a:t>
            </a:r>
            <a:r>
              <a:rPr b="1" lang="en" sz="1500">
                <a:solidFill>
                  <a:schemeClr val="dk1"/>
                </a:solidFill>
              </a:rPr>
              <a:t>automatic or manual slide transitions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7" name="Google Shape;97;p20" title="Screenshot 2025-04-02 1639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150" y="3356000"/>
            <a:ext cx="880110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713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Notes and Presenter View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Add </a:t>
            </a:r>
            <a:r>
              <a:rPr b="1" lang="en" sz="1500">
                <a:solidFill>
                  <a:schemeClr val="dk1"/>
                </a:solidFill>
              </a:rPr>
              <a:t>speaker notes</a:t>
            </a:r>
            <a:r>
              <a:rPr lang="en" sz="1500">
                <a:solidFill>
                  <a:schemeClr val="dk1"/>
                </a:solidFill>
              </a:rPr>
              <a:t> to help during the presentation.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Presenter View</a:t>
            </a:r>
            <a:r>
              <a:rPr lang="en" sz="1500">
                <a:solidFill>
                  <a:schemeClr val="dk1"/>
                </a:solidFill>
              </a:rPr>
              <a:t> to see notes privately while showing slides to the audience.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Collaboration and Sharing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Share presentations via </a:t>
            </a:r>
            <a:r>
              <a:rPr b="1" lang="en" sz="1500">
                <a:solidFill>
                  <a:schemeClr val="dk1"/>
                </a:solidFill>
              </a:rPr>
              <a:t>OneDrive or email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Work with others in </a:t>
            </a:r>
            <a:r>
              <a:rPr b="1" lang="en" sz="1500">
                <a:solidFill>
                  <a:schemeClr val="dk1"/>
                </a:solidFill>
              </a:rPr>
              <a:t>real-time</a:t>
            </a:r>
            <a:r>
              <a:rPr lang="en" sz="1500">
                <a:solidFill>
                  <a:schemeClr val="dk1"/>
                </a:solidFill>
              </a:rPr>
              <a:t> on cloud-based versions like </a:t>
            </a:r>
            <a:r>
              <a:rPr b="1" lang="en" sz="1500">
                <a:solidFill>
                  <a:schemeClr val="dk1"/>
                </a:solidFill>
              </a:rPr>
              <a:t>PowerPoint Online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713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Saving and Exporting Files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Save as </a:t>
            </a:r>
            <a:r>
              <a:rPr b="1" lang="en" sz="1500">
                <a:solidFill>
                  <a:schemeClr val="dk1"/>
                </a:solidFill>
              </a:rPr>
              <a:t>.pptx</a:t>
            </a:r>
            <a:r>
              <a:rPr lang="en" sz="1500">
                <a:solidFill>
                  <a:schemeClr val="dk1"/>
                </a:solidFill>
              </a:rPr>
              <a:t> (editable PowerPoint file).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Export as </a:t>
            </a:r>
            <a:r>
              <a:rPr b="1" lang="en" sz="1500">
                <a:solidFill>
                  <a:schemeClr val="dk1"/>
                </a:solidFill>
              </a:rPr>
              <a:t>PDF, video (.mp4), or images (.jpg/.png)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Convert slides into handouts for printing.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IT?</a:t>
            </a:r>
            <a:endParaRPr/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1: Open PowerPoint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Open </a:t>
            </a:r>
            <a:r>
              <a:rPr b="1" lang="en" sz="1500">
                <a:solidFill>
                  <a:schemeClr val="dk1"/>
                </a:solidFill>
              </a:rPr>
              <a:t>Microsoft PowerPoint</a:t>
            </a:r>
            <a:r>
              <a:rPr lang="en" sz="1500">
                <a:solidFill>
                  <a:schemeClr val="dk1"/>
                </a:solidFill>
              </a:rPr>
              <a:t> on your computer.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New Presentation</a:t>
            </a:r>
            <a:r>
              <a:rPr lang="en" sz="1500">
                <a:solidFill>
                  <a:schemeClr val="dk1"/>
                </a:solidFill>
              </a:rPr>
              <a:t> or choose a </a:t>
            </a:r>
            <a:r>
              <a:rPr b="1" lang="en" sz="1500">
                <a:solidFill>
                  <a:schemeClr val="dk1"/>
                </a:solidFill>
              </a:rPr>
              <a:t>Template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2: Create Slides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New Slide</a:t>
            </a:r>
            <a:r>
              <a:rPr lang="en" sz="1500">
                <a:solidFill>
                  <a:schemeClr val="dk1"/>
                </a:solidFill>
              </a:rPr>
              <a:t> to add a slide.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a </a:t>
            </a:r>
            <a:r>
              <a:rPr b="1" lang="en" sz="1500">
                <a:solidFill>
                  <a:schemeClr val="dk1"/>
                </a:solidFill>
              </a:rPr>
              <a:t>layout</a:t>
            </a:r>
            <a:r>
              <a:rPr lang="en" sz="1500">
                <a:solidFill>
                  <a:schemeClr val="dk1"/>
                </a:solidFill>
              </a:rPr>
              <a:t> (title, content, blank, etc.).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11700" y="933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3: Add Content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inside text boxes to </a:t>
            </a:r>
            <a:r>
              <a:rPr b="1" lang="en" sz="1500">
                <a:solidFill>
                  <a:schemeClr val="dk1"/>
                </a:solidFill>
              </a:rPr>
              <a:t>type text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Insert</a:t>
            </a:r>
            <a:r>
              <a:rPr lang="en" sz="1500">
                <a:solidFill>
                  <a:schemeClr val="dk1"/>
                </a:solidFill>
              </a:rPr>
              <a:t> &gt; </a:t>
            </a:r>
            <a:r>
              <a:rPr b="1" lang="en" sz="1500">
                <a:solidFill>
                  <a:schemeClr val="dk1"/>
                </a:solidFill>
              </a:rPr>
              <a:t>Picture</a:t>
            </a:r>
            <a:r>
              <a:rPr lang="en" sz="1500">
                <a:solidFill>
                  <a:schemeClr val="dk1"/>
                </a:solidFill>
              </a:rPr>
              <a:t> to add images.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Insert</a:t>
            </a:r>
            <a:r>
              <a:rPr lang="en" sz="1500">
                <a:solidFill>
                  <a:schemeClr val="dk1"/>
                </a:solidFill>
              </a:rPr>
              <a:t> &gt; </a:t>
            </a:r>
            <a:r>
              <a:rPr b="1" lang="en" sz="1500">
                <a:solidFill>
                  <a:schemeClr val="dk1"/>
                </a:solidFill>
              </a:rPr>
              <a:t>Video</a:t>
            </a:r>
            <a:r>
              <a:rPr lang="en" sz="1500">
                <a:solidFill>
                  <a:schemeClr val="dk1"/>
                </a:solidFill>
              </a:rPr>
              <a:t> to embed videos.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4: Apply Animations &amp; Transitions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Animations</a:t>
            </a:r>
            <a:r>
              <a:rPr lang="en" sz="1500">
                <a:solidFill>
                  <a:schemeClr val="dk1"/>
                </a:solidFill>
              </a:rPr>
              <a:t> to add effects to text/images.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Transitions</a:t>
            </a:r>
            <a:r>
              <a:rPr lang="en" sz="1500">
                <a:solidFill>
                  <a:schemeClr val="dk1"/>
                </a:solidFill>
              </a:rPr>
              <a:t> to set slide change effects.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5: Present Your Slideshow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Slide Show</a:t>
            </a:r>
            <a:r>
              <a:rPr lang="en" sz="1500">
                <a:solidFill>
                  <a:schemeClr val="dk1"/>
                </a:solidFill>
              </a:rPr>
              <a:t> &gt; </a:t>
            </a:r>
            <a:r>
              <a:rPr b="1" lang="en" sz="1500">
                <a:solidFill>
                  <a:schemeClr val="dk1"/>
                </a:solidFill>
              </a:rPr>
              <a:t>From Beginning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Use arrow keys or a clicker to navigate slides.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6: Save and Share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File &gt; Save As</a:t>
            </a:r>
            <a:r>
              <a:rPr lang="en" sz="1500">
                <a:solidFill>
                  <a:schemeClr val="dk1"/>
                </a:solidFill>
              </a:rPr>
              <a:t> to save your work.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File &gt; Export</a:t>
            </a:r>
            <a:r>
              <a:rPr lang="en" sz="1500">
                <a:solidFill>
                  <a:schemeClr val="dk1"/>
                </a:solidFill>
              </a:rPr>
              <a:t> to save as </a:t>
            </a:r>
            <a:r>
              <a:rPr b="1" lang="en" sz="1500">
                <a:solidFill>
                  <a:schemeClr val="dk1"/>
                </a:solidFill>
              </a:rPr>
              <a:t>PDF or video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129" name="Google Shape;12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Easy to Use</a:t>
            </a:r>
            <a:r>
              <a:rPr lang="en" sz="1500">
                <a:solidFill>
                  <a:schemeClr val="dk1"/>
                </a:solidFill>
              </a:rPr>
              <a:t> – Simple drag-and-drop interface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Professional Templates</a:t>
            </a:r>
            <a:r>
              <a:rPr lang="en" sz="1500">
                <a:solidFill>
                  <a:schemeClr val="dk1"/>
                </a:solidFill>
              </a:rPr>
              <a:t> – Ready-to-use designs.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Engaging Presentations</a:t>
            </a:r>
            <a:r>
              <a:rPr lang="en" sz="1500">
                <a:solidFill>
                  <a:schemeClr val="dk1"/>
                </a:solidFill>
              </a:rPr>
              <a:t> – Animations, videos, and transitions.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Collaboration</a:t>
            </a:r>
            <a:r>
              <a:rPr lang="en" sz="1500">
                <a:solidFill>
                  <a:schemeClr val="dk1"/>
                </a:solidFill>
              </a:rPr>
              <a:t> – Share and edit with teams.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Multi-Format Support</a:t>
            </a:r>
            <a:r>
              <a:rPr lang="en" sz="1500">
                <a:solidFill>
                  <a:schemeClr val="dk1"/>
                </a:solidFill>
              </a:rPr>
              <a:t> – Save as PPTX, PDF, or MP4 video.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