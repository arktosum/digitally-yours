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09c77f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09c77f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e09c77f1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e09c77f1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09c77f1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09c77f1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e09c77f1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e09c77f1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e09c77f1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e09c77f1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e09c77f1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e09c77f1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e09c77f1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3e09c77f1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e09c77f1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e09c77f1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COLLABORATION - FILE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6810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In collaborative environments, file versioning is important to track changes and avoid overwriting each other’s work.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Version History:</a:t>
            </a:r>
            <a:r>
              <a:rPr lang="en" sz="1500">
                <a:solidFill>
                  <a:schemeClr val="dk1"/>
                </a:solidFill>
              </a:rPr>
              <a:t> Cloud services like Google Docs or Microsoft OneDrive allow users to view and restore previous versions of a file. This ensures that even if a mistake is made, it can be undone.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61" name="Google Shape;61;p14" title="download (3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000" y="2418788"/>
            <a:ext cx="3178350" cy="23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title="download (40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0627" y="2320600"/>
            <a:ext cx="2404763" cy="252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54225" y="779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Collaborative Editing:</a:t>
            </a:r>
            <a:r>
              <a:rPr lang="en" sz="1500">
                <a:solidFill>
                  <a:schemeClr val="dk1"/>
                </a:solidFill>
              </a:rPr>
              <a:t> Many platforms allow multiple users to edit a file simultaneously. Real-time collaboration requires proper version control and communication.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8" name="Google Shape;68;p15" title="download (4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0954" y="2093154"/>
            <a:ext cx="3002100" cy="26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CLEAN UP AND DELETION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Over time, files can accumulate and take up space. Regular file cleanup can help keep the system organized.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Deleting Files:</a:t>
            </a:r>
            <a:r>
              <a:rPr lang="en" sz="1500">
                <a:solidFill>
                  <a:schemeClr val="dk1"/>
                </a:solidFill>
              </a:rPr>
              <a:t> When files are no longer needed, it’s important to delete them to free up space. However, be careful when deleting files, especially important ones, as they may not be recoverable.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75" name="Google Shape;75;p16" title="download (4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5127" y="2924825"/>
            <a:ext cx="3282800" cy="184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527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Deleting Files: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Windows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Right-click the file and select </a:t>
            </a:r>
            <a:r>
              <a:rPr b="1" lang="en" sz="1500">
                <a:solidFill>
                  <a:schemeClr val="dk1"/>
                </a:solidFill>
              </a:rPr>
              <a:t>Delete</a:t>
            </a:r>
            <a:r>
              <a:rPr lang="en" sz="1500">
                <a:solidFill>
                  <a:schemeClr val="dk1"/>
                </a:solidFill>
              </a:rPr>
              <a:t>, or select the file and press </a:t>
            </a:r>
            <a:r>
              <a:rPr b="1" lang="en" sz="1500">
                <a:solidFill>
                  <a:schemeClr val="dk1"/>
                </a:solidFill>
              </a:rPr>
              <a:t>Delete</a:t>
            </a:r>
            <a:r>
              <a:rPr lang="en" sz="1500">
                <a:solidFill>
                  <a:schemeClr val="dk1"/>
                </a:solidFill>
              </a:rPr>
              <a:t> on your keyboard.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Files will be moved to the </a:t>
            </a:r>
            <a:r>
              <a:rPr b="1" lang="en" sz="1500">
                <a:solidFill>
                  <a:schemeClr val="dk1"/>
                </a:solidFill>
              </a:rPr>
              <a:t>Recycle Bin</a:t>
            </a:r>
            <a:r>
              <a:rPr lang="en" sz="1500">
                <a:solidFill>
                  <a:schemeClr val="dk1"/>
                </a:solidFill>
              </a:rPr>
              <a:t>, from where they can be restored if necessary.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Mac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Drag files to the </a:t>
            </a:r>
            <a:r>
              <a:rPr b="1" lang="en" sz="1500">
                <a:solidFill>
                  <a:schemeClr val="dk1"/>
                </a:solidFill>
              </a:rPr>
              <a:t>Trash</a:t>
            </a:r>
            <a:r>
              <a:rPr lang="en" sz="1500">
                <a:solidFill>
                  <a:schemeClr val="dk1"/>
                </a:solidFill>
              </a:rPr>
              <a:t>, or right-click and select </a:t>
            </a:r>
            <a:r>
              <a:rPr b="1" lang="en" sz="1500">
                <a:solidFill>
                  <a:schemeClr val="dk1"/>
                </a:solidFill>
              </a:rPr>
              <a:t>Move to Trash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/>
          </a:p>
        </p:txBody>
      </p:sp>
      <p:pic>
        <p:nvPicPr>
          <p:cNvPr id="81" name="Google Shape;81;p17" title="download (4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1350" y="3113775"/>
            <a:ext cx="3161300" cy="196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MANAGEMENT TOOLS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99425" y="1064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Various tools can assist in managing files: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File Explorer (Windows) / Finder (Mac):</a:t>
            </a:r>
            <a:r>
              <a:rPr lang="en" sz="1500">
                <a:solidFill>
                  <a:schemeClr val="dk1"/>
                </a:solidFill>
              </a:rPr>
              <a:t> These are built-in tools to view and organize files locally on your computer.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Cloud Storage Services:</a:t>
            </a:r>
            <a:r>
              <a:rPr lang="en" sz="1500">
                <a:solidFill>
                  <a:schemeClr val="dk1"/>
                </a:solidFill>
              </a:rPr>
              <a:t> Google Drive, Microsoft OneDrive, Dropbox, and similar services provide web-based access to files, ensuring organization, sharing, and backup.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88" name="Google Shape;88;p18" title="download (98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650" y="3080500"/>
            <a:ext cx="2723600" cy="20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RENAMING FILES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arenR"/>
            </a:pPr>
            <a:r>
              <a:rPr b="1" lang="en" sz="1500">
                <a:solidFill>
                  <a:schemeClr val="dk1"/>
                </a:solidFill>
              </a:rPr>
              <a:t>Windows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arenR"/>
            </a:pPr>
            <a:r>
              <a:rPr lang="en" sz="1500">
                <a:solidFill>
                  <a:schemeClr val="dk1"/>
                </a:solidFill>
              </a:rPr>
              <a:t>Right-click the file you want to rename, then select </a:t>
            </a:r>
            <a:r>
              <a:rPr b="1" lang="en" sz="1500">
                <a:solidFill>
                  <a:schemeClr val="dk1"/>
                </a:solidFill>
              </a:rPr>
              <a:t>Rename</a:t>
            </a:r>
            <a:r>
              <a:rPr lang="en" sz="1500">
                <a:solidFill>
                  <a:schemeClr val="dk1"/>
                </a:solidFill>
              </a:rPr>
              <a:t> from the menu.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arenR"/>
            </a:pPr>
            <a:r>
              <a:rPr lang="en" sz="1500">
                <a:solidFill>
                  <a:schemeClr val="dk1"/>
                </a:solidFill>
              </a:rPr>
              <a:t>Type the new name and press </a:t>
            </a:r>
            <a:r>
              <a:rPr b="1" lang="en" sz="1500">
                <a:solidFill>
                  <a:schemeClr val="dk1"/>
                </a:solidFill>
              </a:rPr>
              <a:t>Enter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arenR"/>
            </a:pPr>
            <a:r>
              <a:rPr b="1" lang="en" sz="1500">
                <a:solidFill>
                  <a:schemeClr val="dk1"/>
                </a:solidFill>
              </a:rPr>
              <a:t>Mac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arenR"/>
            </a:pPr>
            <a:r>
              <a:rPr lang="en" sz="1500">
                <a:solidFill>
                  <a:schemeClr val="dk1"/>
                </a:solidFill>
              </a:rPr>
              <a:t>Click once on the file, wait for a moment, and then click again to make the file name editable.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arenR"/>
            </a:pPr>
            <a:r>
              <a:rPr lang="en" sz="1500">
                <a:solidFill>
                  <a:schemeClr val="dk1"/>
                </a:solidFill>
              </a:rPr>
              <a:t>Type the new name and press </a:t>
            </a:r>
            <a:r>
              <a:rPr b="1" lang="en" sz="1500">
                <a:solidFill>
                  <a:schemeClr val="dk1"/>
                </a:solidFill>
              </a:rPr>
              <a:t>Enter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/>
          </a:p>
        </p:txBody>
      </p:sp>
      <p:pic>
        <p:nvPicPr>
          <p:cNvPr id="95" name="Google Shape;95;p19" title="download (100).jpg"/>
          <p:cNvPicPr preferRelativeResize="0"/>
          <p:nvPr/>
        </p:nvPicPr>
        <p:blipFill rotWithShape="1">
          <a:blip r:embed="rId3">
            <a:alphaModFix/>
          </a:blip>
          <a:srcRect b="9722" l="0" r="5544" t="0"/>
          <a:stretch/>
        </p:blipFill>
        <p:spPr>
          <a:xfrm>
            <a:off x="6380025" y="2648775"/>
            <a:ext cx="1797925" cy="242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MOVING FILES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459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To move a file, drag it from one location to another (e.g., from </a:t>
            </a:r>
            <a:r>
              <a:rPr b="1" lang="en" sz="1500">
                <a:solidFill>
                  <a:schemeClr val="dk1"/>
                </a:solidFill>
              </a:rPr>
              <a:t>Downloads</a:t>
            </a:r>
            <a:r>
              <a:rPr lang="en" sz="1500">
                <a:solidFill>
                  <a:schemeClr val="dk1"/>
                </a:solidFill>
              </a:rPr>
              <a:t> to </a:t>
            </a:r>
            <a:r>
              <a:rPr b="1" lang="en" sz="1500">
                <a:solidFill>
                  <a:schemeClr val="dk1"/>
                </a:solidFill>
              </a:rPr>
              <a:t>Documents</a:t>
            </a:r>
            <a:r>
              <a:rPr lang="en" sz="1500">
                <a:solidFill>
                  <a:schemeClr val="dk1"/>
                </a:solidFill>
              </a:rPr>
              <a:t>).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Alternatively, </a:t>
            </a:r>
            <a:r>
              <a:rPr b="1" lang="en" sz="1500">
                <a:solidFill>
                  <a:schemeClr val="dk1"/>
                </a:solidFill>
              </a:rPr>
              <a:t>cut</a:t>
            </a:r>
            <a:r>
              <a:rPr lang="en" sz="1500">
                <a:solidFill>
                  <a:schemeClr val="dk1"/>
                </a:solidFill>
              </a:rPr>
              <a:t> the file by selecting it and pressing </a:t>
            </a:r>
            <a:r>
              <a:rPr b="1" lang="en" sz="1500">
                <a:solidFill>
                  <a:schemeClr val="dk1"/>
                </a:solidFill>
              </a:rPr>
              <a:t>Ctrl + X</a:t>
            </a:r>
            <a:r>
              <a:rPr lang="en" sz="1500">
                <a:solidFill>
                  <a:schemeClr val="dk1"/>
                </a:solidFill>
              </a:rPr>
              <a:t> (Windows) or </a:t>
            </a:r>
            <a:r>
              <a:rPr b="1" lang="en" sz="1500">
                <a:solidFill>
                  <a:schemeClr val="dk1"/>
                </a:solidFill>
              </a:rPr>
              <a:t>Command + X</a:t>
            </a:r>
            <a:r>
              <a:rPr lang="en" sz="1500">
                <a:solidFill>
                  <a:schemeClr val="dk1"/>
                </a:solidFill>
              </a:rPr>
              <a:t> (Mac), then navigate to the folder where you want to move the file and </a:t>
            </a:r>
            <a:r>
              <a:rPr b="1" lang="en" sz="1500">
                <a:solidFill>
                  <a:schemeClr val="dk1"/>
                </a:solidFill>
              </a:rPr>
              <a:t>paste</a:t>
            </a:r>
            <a:r>
              <a:rPr lang="en" sz="1500">
                <a:solidFill>
                  <a:schemeClr val="dk1"/>
                </a:solidFill>
              </a:rPr>
              <a:t> it by pressing </a:t>
            </a:r>
            <a:r>
              <a:rPr b="1" lang="en" sz="1500">
                <a:solidFill>
                  <a:schemeClr val="dk1"/>
                </a:solidFill>
              </a:rPr>
              <a:t>Ctrl + V</a:t>
            </a:r>
            <a:r>
              <a:rPr lang="en" sz="1500">
                <a:solidFill>
                  <a:schemeClr val="dk1"/>
                </a:solidFill>
              </a:rPr>
              <a:t> (Windows) or </a:t>
            </a:r>
            <a:r>
              <a:rPr b="1" lang="en" sz="1500">
                <a:solidFill>
                  <a:schemeClr val="dk1"/>
                </a:solidFill>
              </a:rPr>
              <a:t>Command + V</a:t>
            </a:r>
            <a:r>
              <a:rPr lang="en" sz="1500">
                <a:solidFill>
                  <a:schemeClr val="dk1"/>
                </a:solidFill>
              </a:rPr>
              <a:t> (Mac).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COMPRESSION TOOLS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Sometimes, files or folders need to be compressed (zipped) to save space or to send multiple files together.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How to Zip Files: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Windows</a:t>
            </a:r>
            <a:r>
              <a:rPr lang="en" sz="1500">
                <a:solidFill>
                  <a:schemeClr val="dk1"/>
                </a:solidFill>
              </a:rPr>
              <a:t>: Right-click the file/folder, select </a:t>
            </a:r>
            <a:r>
              <a:rPr b="1" lang="en" sz="1500">
                <a:solidFill>
                  <a:schemeClr val="dk1"/>
                </a:solidFill>
              </a:rPr>
              <a:t>Send to &gt; Compressed (zipped) folder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Mac</a:t>
            </a:r>
            <a:r>
              <a:rPr lang="en" sz="1500">
                <a:solidFill>
                  <a:schemeClr val="dk1"/>
                </a:solidFill>
              </a:rPr>
              <a:t>: Right-click the file/folder, and select </a:t>
            </a:r>
            <a:r>
              <a:rPr b="1" lang="en" sz="1500">
                <a:solidFill>
                  <a:schemeClr val="dk1"/>
                </a:solidFill>
              </a:rPr>
              <a:t>Compress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To open a </a:t>
            </a:r>
            <a:r>
              <a:rPr b="1" lang="en" sz="1500">
                <a:solidFill>
                  <a:schemeClr val="dk1"/>
                </a:solidFill>
              </a:rPr>
              <a:t>zip file</a:t>
            </a:r>
            <a:r>
              <a:rPr lang="en" sz="1500">
                <a:solidFill>
                  <a:schemeClr val="dk1"/>
                </a:solidFill>
              </a:rPr>
              <a:t>, simply double-click it to extract the files inside.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8" name="Google Shape;108;p21" title="download (4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5888" y="2936463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