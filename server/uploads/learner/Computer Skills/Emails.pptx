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45d71f6c9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45d71f6c9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5d71f6c9b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5d71f6c9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45d71f6c9b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45d71f6c9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45d71f6c9b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45d71f6c9b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45d71f6c9b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45d71f6c9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45d71f6c9b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45d71f6c9b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45d71f6c9b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45d71f6c9b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45d71f6c9b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45d71f6c9b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45d71f6c9b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45d71f6c9b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45d71f6c9b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45d71f6c9b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45d71f6c9b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45d71f6c9b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45d71f6c9b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45d71f6c9b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45d71f6c9b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45d71f6c9b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45d71f6c9b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45d71f6c9b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88458" y="4046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EMAILS</a:t>
            </a:r>
            <a:endParaRPr/>
          </a:p>
        </p:txBody>
      </p:sp>
      <p:pic>
        <p:nvPicPr>
          <p:cNvPr id="55" name="Google Shape;55;p13" title="download (45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1013" y="2770425"/>
            <a:ext cx="4395475" cy="187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An </a:t>
            </a:r>
            <a:r>
              <a:rPr b="1" lang="en" sz="1500">
                <a:solidFill>
                  <a:schemeClr val="dk1"/>
                </a:solidFill>
              </a:rPr>
              <a:t>email</a:t>
            </a:r>
            <a:r>
              <a:rPr lang="en" sz="1500">
                <a:solidFill>
                  <a:schemeClr val="dk1"/>
                </a:solidFill>
              </a:rPr>
              <a:t> (short for </a:t>
            </a:r>
            <a:r>
              <a:rPr b="1" lang="en" sz="1500">
                <a:solidFill>
                  <a:schemeClr val="dk1"/>
                </a:solidFill>
              </a:rPr>
              <a:t>electronic mail</a:t>
            </a:r>
            <a:r>
              <a:rPr lang="en" sz="1500">
                <a:solidFill>
                  <a:schemeClr val="dk1"/>
                </a:solidFill>
              </a:rPr>
              <a:t>) is a way of sending and receiving messages over the internet. Instead of using paper and a mailbox, you use </a:t>
            </a:r>
            <a:r>
              <a:rPr b="1" lang="en" sz="1500">
                <a:solidFill>
                  <a:schemeClr val="dk1"/>
                </a:solidFill>
              </a:rPr>
              <a:t>your computer, phone, or tablet</a:t>
            </a:r>
            <a:r>
              <a:rPr lang="en" sz="1500">
                <a:solidFill>
                  <a:schemeClr val="dk1"/>
                </a:solidFill>
              </a:rPr>
              <a:t> to send a message through an </a:t>
            </a:r>
            <a:r>
              <a:rPr b="1" lang="en" sz="1500">
                <a:solidFill>
                  <a:schemeClr val="dk1"/>
                </a:solidFill>
              </a:rPr>
              <a:t>email account</a:t>
            </a:r>
            <a:r>
              <a:rPr lang="en" sz="1500">
                <a:solidFill>
                  <a:schemeClr val="dk1"/>
                </a:solidFill>
              </a:rPr>
              <a:t> (like Gmail, Yahoo, or Outlook).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Think of it like sending a letter, but much faster and using the internet!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61" name="Google Shape;61;p14" title="download - 2025-03-28T123153.099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2050" y="2450975"/>
            <a:ext cx="4082125" cy="247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PARTS OF AN EMAIL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en" sz="1500">
                <a:solidFill>
                  <a:schemeClr val="dk1"/>
                </a:solidFill>
              </a:rPr>
              <a:t>To (Recipient)</a:t>
            </a:r>
            <a:r>
              <a:rPr lang="en" sz="1500">
                <a:solidFill>
                  <a:schemeClr val="dk1"/>
                </a:solidFill>
              </a:rPr>
              <a:t>: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This</a:t>
            </a:r>
            <a:r>
              <a:rPr lang="en" sz="1500">
                <a:solidFill>
                  <a:schemeClr val="dk1"/>
                </a:solidFill>
              </a:rPr>
              <a:t> is where you write the email address of the person you want to send your message to.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Example: </a:t>
            </a:r>
            <a:r>
              <a:rPr b="1" lang="en" sz="1500">
                <a:solidFill>
                  <a:schemeClr val="dk1"/>
                </a:solidFill>
              </a:rPr>
              <a:t>john@example.com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en" sz="1500">
                <a:solidFill>
                  <a:schemeClr val="dk1"/>
                </a:solidFill>
              </a:rPr>
              <a:t>Subject</a:t>
            </a:r>
            <a:r>
              <a:rPr lang="en" sz="1500">
                <a:solidFill>
                  <a:schemeClr val="dk1"/>
                </a:solidFill>
              </a:rPr>
              <a:t>: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The subject is the </a:t>
            </a:r>
            <a:r>
              <a:rPr b="1" lang="en" sz="1500">
                <a:solidFill>
                  <a:schemeClr val="dk1"/>
                </a:solidFill>
              </a:rPr>
              <a:t>title</a:t>
            </a:r>
            <a:r>
              <a:rPr lang="en" sz="1500">
                <a:solidFill>
                  <a:schemeClr val="dk1"/>
                </a:solidFill>
              </a:rPr>
              <a:t> or </a:t>
            </a:r>
            <a:r>
              <a:rPr b="1" lang="en" sz="1500">
                <a:solidFill>
                  <a:schemeClr val="dk1"/>
                </a:solidFill>
              </a:rPr>
              <a:t>heading</a:t>
            </a:r>
            <a:r>
              <a:rPr lang="en" sz="1500">
                <a:solidFill>
                  <a:schemeClr val="dk1"/>
                </a:solidFill>
              </a:rPr>
              <a:t> of your email. It tells the person what your email is about.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Example: </a:t>
            </a:r>
            <a:r>
              <a:rPr b="1" lang="en" sz="1500">
                <a:solidFill>
                  <a:schemeClr val="dk1"/>
                </a:solidFill>
              </a:rPr>
              <a:t>Homework Update</a:t>
            </a:r>
            <a:r>
              <a:rPr lang="en" sz="1500">
                <a:solidFill>
                  <a:schemeClr val="dk1"/>
                </a:solidFill>
              </a:rPr>
              <a:t> or </a:t>
            </a:r>
            <a:r>
              <a:rPr b="1" lang="en" sz="1500">
                <a:solidFill>
                  <a:schemeClr val="dk1"/>
                </a:solidFill>
              </a:rPr>
              <a:t>Meeting at 3 PM</a:t>
            </a:r>
            <a:endParaRPr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516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  3. Body</a:t>
            </a:r>
            <a:r>
              <a:rPr lang="en" sz="1500">
                <a:solidFill>
                  <a:schemeClr val="dk1"/>
                </a:solidFill>
              </a:rPr>
              <a:t>: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The body is the </a:t>
            </a:r>
            <a:r>
              <a:rPr b="1" lang="en" sz="1500">
                <a:solidFill>
                  <a:schemeClr val="dk1"/>
                </a:solidFill>
              </a:rPr>
              <a:t>main message</a:t>
            </a:r>
            <a:r>
              <a:rPr lang="en" sz="1500">
                <a:solidFill>
                  <a:schemeClr val="dk1"/>
                </a:solidFill>
              </a:rPr>
              <a:t> of your email. This is where you write what you want to say.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Example: </a:t>
            </a:r>
            <a:r>
              <a:rPr b="1" lang="en" sz="1500">
                <a:solidFill>
                  <a:schemeClr val="dk1"/>
                </a:solidFill>
              </a:rPr>
              <a:t>Hi John, I hope you're doing well. I wanted to remind you about the homework assignment due tomorrow.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   4.Attachments</a:t>
            </a:r>
            <a:r>
              <a:rPr lang="en" sz="1500">
                <a:solidFill>
                  <a:schemeClr val="dk1"/>
                </a:solidFill>
              </a:rPr>
              <a:t>: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These are files you can attach to your email, like photos, documents, or videos.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Example: If you want to send a picture, you can click on an attachment button (usually looks like a paperclip) and choose the file from your computer.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5. Sender</a:t>
            </a:r>
            <a:r>
              <a:rPr lang="en" sz="1500">
                <a:solidFill>
                  <a:schemeClr val="dk1"/>
                </a:solidFill>
              </a:rPr>
              <a:t>: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This</a:t>
            </a:r>
            <a:r>
              <a:rPr lang="en" sz="1500">
                <a:solidFill>
                  <a:schemeClr val="dk1"/>
                </a:solidFill>
              </a:rPr>
              <a:t> is your email address, and it shows up at the top or bottom of the email so the person knows who sent it.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Example: </a:t>
            </a:r>
            <a:r>
              <a:rPr b="1" lang="en" sz="1500">
                <a:solidFill>
                  <a:schemeClr val="dk1"/>
                </a:solidFill>
              </a:rPr>
              <a:t>youremail@example.com</a:t>
            </a:r>
            <a:endParaRPr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8" title="parts-of-an-email_eef277020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810"/>
            <a:ext cx="9144000" cy="5135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type="title"/>
          </p:nvPr>
        </p:nvSpPr>
        <p:spPr>
          <a:xfrm>
            <a:off x="311700" y="335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SEND AN EMAIL?</a:t>
            </a:r>
            <a:endParaRPr/>
          </a:p>
        </p:txBody>
      </p:sp>
      <p:sp>
        <p:nvSpPr>
          <p:cNvPr id="89" name="Google Shape;89;p19"/>
          <p:cNvSpPr txBox="1"/>
          <p:nvPr>
            <p:ph idx="1" type="body"/>
          </p:nvPr>
        </p:nvSpPr>
        <p:spPr>
          <a:xfrm>
            <a:off x="311700" y="966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en" sz="1500">
                <a:solidFill>
                  <a:schemeClr val="dk1"/>
                </a:solidFill>
              </a:rPr>
              <a:t>Open Your Email App or Website</a:t>
            </a:r>
            <a:r>
              <a:rPr lang="en" sz="1500">
                <a:solidFill>
                  <a:schemeClr val="dk1"/>
                </a:solidFill>
              </a:rPr>
              <a:t>: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If you use </a:t>
            </a:r>
            <a:r>
              <a:rPr b="1" lang="en" sz="1500">
                <a:solidFill>
                  <a:schemeClr val="dk1"/>
                </a:solidFill>
              </a:rPr>
              <a:t>Gmail</a:t>
            </a:r>
            <a:r>
              <a:rPr lang="en" sz="1500">
                <a:solidFill>
                  <a:schemeClr val="dk1"/>
                </a:solidFill>
              </a:rPr>
              <a:t>, </a:t>
            </a:r>
            <a:r>
              <a:rPr b="1" lang="en" sz="1500">
                <a:solidFill>
                  <a:schemeClr val="dk1"/>
                </a:solidFill>
              </a:rPr>
              <a:t>Outlook</a:t>
            </a:r>
            <a:r>
              <a:rPr lang="en" sz="1500">
                <a:solidFill>
                  <a:schemeClr val="dk1"/>
                </a:solidFill>
              </a:rPr>
              <a:t>, </a:t>
            </a:r>
            <a:r>
              <a:rPr b="1" lang="en" sz="1500">
                <a:solidFill>
                  <a:schemeClr val="dk1"/>
                </a:solidFill>
              </a:rPr>
              <a:t>Yahoo</a:t>
            </a:r>
            <a:r>
              <a:rPr lang="en" sz="1500">
                <a:solidFill>
                  <a:schemeClr val="dk1"/>
                </a:solidFill>
              </a:rPr>
              <a:t>, or another email service, open the app or website.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en" sz="1500">
                <a:solidFill>
                  <a:schemeClr val="dk1"/>
                </a:solidFill>
              </a:rPr>
              <a:t>Click "Compose" or "New Email"</a:t>
            </a:r>
            <a:r>
              <a:rPr lang="en" sz="1500">
                <a:solidFill>
                  <a:schemeClr val="dk1"/>
                </a:solidFill>
              </a:rPr>
              <a:t>: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Look for a button that says </a:t>
            </a:r>
            <a:r>
              <a:rPr b="1" lang="en" sz="1500">
                <a:solidFill>
                  <a:schemeClr val="dk1"/>
                </a:solidFill>
              </a:rPr>
              <a:t>“Compose,” “New Email,”</a:t>
            </a:r>
            <a:r>
              <a:rPr lang="en" sz="1500">
                <a:solidFill>
                  <a:schemeClr val="dk1"/>
                </a:solidFill>
              </a:rPr>
              <a:t> or something similar. This is where you can start writing your email.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90" name="Google Shape;90;p19" title="images (37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1800" y="3449275"/>
            <a:ext cx="2505075" cy="163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idx="1" type="body"/>
          </p:nvPr>
        </p:nvSpPr>
        <p:spPr>
          <a:xfrm>
            <a:off x="454225" y="3849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Enter the Recipient’s Email Address</a:t>
            </a:r>
            <a:r>
              <a:rPr lang="en" sz="1500">
                <a:solidFill>
                  <a:schemeClr val="dk1"/>
                </a:solidFill>
              </a:rPr>
              <a:t>: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In the </a:t>
            </a:r>
            <a:r>
              <a:rPr b="1" lang="en" sz="1500">
                <a:solidFill>
                  <a:schemeClr val="dk1"/>
                </a:solidFill>
              </a:rPr>
              <a:t>To</a:t>
            </a:r>
            <a:r>
              <a:rPr lang="en" sz="1500">
                <a:solidFill>
                  <a:schemeClr val="dk1"/>
                </a:solidFill>
              </a:rPr>
              <a:t> field, type the email address of the person you’re sending the email to. Make sure you type it correctly!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Write the Subject</a:t>
            </a:r>
            <a:r>
              <a:rPr lang="en" sz="1500">
                <a:solidFill>
                  <a:schemeClr val="dk1"/>
                </a:solidFill>
              </a:rPr>
              <a:t>: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In the </a:t>
            </a:r>
            <a:r>
              <a:rPr b="1" lang="en" sz="1500">
                <a:solidFill>
                  <a:schemeClr val="dk1"/>
                </a:solidFill>
              </a:rPr>
              <a:t>Subject</a:t>
            </a:r>
            <a:r>
              <a:rPr lang="en" sz="1500">
                <a:solidFill>
                  <a:schemeClr val="dk1"/>
                </a:solidFill>
              </a:rPr>
              <a:t> field, write a short description of what the email is about.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96" name="Google Shape;96;p20" title="download (47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4100" y="3136775"/>
            <a:ext cx="2438400" cy="20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11700" y="1985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Write the Message</a:t>
            </a:r>
            <a:r>
              <a:rPr lang="en" sz="1500">
                <a:solidFill>
                  <a:schemeClr val="dk1"/>
                </a:solidFill>
              </a:rPr>
              <a:t>: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In the </a:t>
            </a:r>
            <a:r>
              <a:rPr b="1" lang="en" sz="1500">
                <a:solidFill>
                  <a:schemeClr val="dk1"/>
                </a:solidFill>
              </a:rPr>
              <a:t>body</a:t>
            </a:r>
            <a:r>
              <a:rPr lang="en" sz="1500">
                <a:solidFill>
                  <a:schemeClr val="dk1"/>
                </a:solidFill>
              </a:rPr>
              <a:t> of the email, type your message. Be clear and friendly!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Add Attachments (Optional)</a:t>
            </a:r>
            <a:r>
              <a:rPr lang="en" sz="1500">
                <a:solidFill>
                  <a:schemeClr val="dk1"/>
                </a:solidFill>
              </a:rPr>
              <a:t>: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If you need to attach files (like a photo or a document), click the </a:t>
            </a:r>
            <a:r>
              <a:rPr b="1" lang="en" sz="1500">
                <a:solidFill>
                  <a:schemeClr val="dk1"/>
                </a:solidFill>
              </a:rPr>
              <a:t>paperclip icon</a:t>
            </a:r>
            <a:r>
              <a:rPr lang="en" sz="1500">
                <a:solidFill>
                  <a:schemeClr val="dk1"/>
                </a:solidFill>
              </a:rPr>
              <a:t> or an </a:t>
            </a:r>
            <a:r>
              <a:rPr b="1" lang="en" sz="1500">
                <a:solidFill>
                  <a:schemeClr val="dk1"/>
                </a:solidFill>
              </a:rPr>
              <a:t>Attach File</a:t>
            </a:r>
            <a:r>
              <a:rPr lang="en" sz="1500">
                <a:solidFill>
                  <a:schemeClr val="dk1"/>
                </a:solidFill>
              </a:rPr>
              <a:t> button, choose the file from your computer, and attach it.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02" name="Google Shape;102;p21" title="Attach-file-button-1024x95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7201" y="2872475"/>
            <a:ext cx="2445343" cy="2271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idx="1" type="body"/>
          </p:nvPr>
        </p:nvSpPr>
        <p:spPr>
          <a:xfrm>
            <a:off x="311700" y="7358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Click "Send"</a:t>
            </a:r>
            <a:r>
              <a:rPr lang="en" sz="1500">
                <a:solidFill>
                  <a:schemeClr val="dk1"/>
                </a:solidFill>
              </a:rPr>
              <a:t>: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Once you’ve written everything and double-checked it, hit </a:t>
            </a:r>
            <a:r>
              <a:rPr b="1" lang="en" sz="1500">
                <a:solidFill>
                  <a:schemeClr val="dk1"/>
                </a:solidFill>
              </a:rPr>
              <a:t>“Send.”</a:t>
            </a:r>
            <a:r>
              <a:rPr lang="en" sz="1500">
                <a:solidFill>
                  <a:schemeClr val="dk1"/>
                </a:solidFill>
              </a:rPr>
              <a:t> Your email will go straight to the recipient’s inbox!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08" name="Google Shape;108;p22" title="v4-460px-Send-an-Email-Using-Gmail-Step-8-Version-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6175" y="2299197"/>
            <a:ext cx="3495474" cy="262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RECEIVE AND READ EMAIL:</a:t>
            </a:r>
            <a:endParaRPr/>
          </a:p>
        </p:txBody>
      </p:sp>
      <p:sp>
        <p:nvSpPr>
          <p:cNvPr id="114" name="Google Shape;114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Open Your Email App</a:t>
            </a:r>
            <a:r>
              <a:rPr lang="en" sz="1500">
                <a:solidFill>
                  <a:schemeClr val="dk1"/>
                </a:solidFill>
              </a:rPr>
              <a:t>: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Just like you opened it to send an email, open your email app or website to check your new emails.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Look in the Inbox</a:t>
            </a:r>
            <a:r>
              <a:rPr lang="en" sz="15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Your new emails will be in the </a:t>
            </a:r>
            <a:r>
              <a:rPr b="1" lang="en" sz="1500">
                <a:solidFill>
                  <a:schemeClr val="dk1"/>
                </a:solidFill>
              </a:rPr>
              <a:t>Inbox</a:t>
            </a:r>
            <a:r>
              <a:rPr lang="en" sz="1500">
                <a:solidFill>
                  <a:schemeClr val="dk1"/>
                </a:solidFill>
              </a:rPr>
              <a:t>. The newest ones are usually at the top.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15" name="Google Shape;115;p23" title="download - 2025-03-28T131211.12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6763" y="3286113"/>
            <a:ext cx="2466975" cy="185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idx="1" type="body"/>
          </p:nvPr>
        </p:nvSpPr>
        <p:spPr>
          <a:xfrm>
            <a:off x="311700" y="6371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Click on the Email</a:t>
            </a:r>
            <a:r>
              <a:rPr lang="en" sz="15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Click on the email to open it and read the message.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Replying to an Email</a:t>
            </a:r>
            <a:r>
              <a:rPr lang="en" sz="15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If you want to respond to an email, there’s usually a </a:t>
            </a:r>
            <a:r>
              <a:rPr b="1" lang="en" sz="1500">
                <a:solidFill>
                  <a:schemeClr val="dk1"/>
                </a:solidFill>
              </a:rPr>
              <a:t>Reply</a:t>
            </a:r>
            <a:r>
              <a:rPr lang="en" sz="1500">
                <a:solidFill>
                  <a:schemeClr val="dk1"/>
                </a:solidFill>
              </a:rPr>
              <a:t> button. This lets you write a response and send it back to the person.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  <p:pic>
        <p:nvPicPr>
          <p:cNvPr id="121" name="Google Shape;121;p24" title="download (48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0163" y="3278250"/>
            <a:ext cx="4583675" cy="149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IMPORTANT EMAIL TERMS</a:t>
            </a:r>
            <a:endParaRPr/>
          </a:p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311700" y="13169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Inbox</a:t>
            </a:r>
            <a:r>
              <a:rPr lang="en" sz="15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The place where you receive emails. Think of it as your </a:t>
            </a:r>
            <a:r>
              <a:rPr b="1" lang="en" sz="1500">
                <a:solidFill>
                  <a:schemeClr val="dk1"/>
                </a:solidFill>
              </a:rPr>
              <a:t>mailbox</a:t>
            </a:r>
            <a:r>
              <a:rPr lang="en" sz="1500">
                <a:solidFill>
                  <a:schemeClr val="dk1"/>
                </a:solidFill>
              </a:rPr>
              <a:t> on the internet.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Outbox</a:t>
            </a:r>
            <a:r>
              <a:rPr lang="en" sz="15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This is where your email goes before it is actually sent. It’s like a </a:t>
            </a:r>
            <a:r>
              <a:rPr b="1" lang="en" sz="1500">
                <a:solidFill>
                  <a:schemeClr val="dk1"/>
                </a:solidFill>
              </a:rPr>
              <a:t>waiting area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idx="1" type="body"/>
          </p:nvPr>
        </p:nvSpPr>
        <p:spPr>
          <a:xfrm>
            <a:off x="256875" y="1547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Spam/Junk</a:t>
            </a:r>
            <a:r>
              <a:rPr lang="en" sz="15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Sometimes you might get emails you don’t want, like advertisements. These go into your </a:t>
            </a:r>
            <a:r>
              <a:rPr b="1" lang="en" sz="1500">
                <a:solidFill>
                  <a:schemeClr val="dk1"/>
                </a:solidFill>
              </a:rPr>
              <a:t>Spam</a:t>
            </a:r>
            <a:r>
              <a:rPr lang="en" sz="1500">
                <a:solidFill>
                  <a:schemeClr val="dk1"/>
                </a:solidFill>
              </a:rPr>
              <a:t> or </a:t>
            </a:r>
            <a:r>
              <a:rPr b="1" lang="en" sz="1500">
                <a:solidFill>
                  <a:schemeClr val="dk1"/>
                </a:solidFill>
              </a:rPr>
              <a:t>Junk</a:t>
            </a:r>
            <a:r>
              <a:rPr lang="en" sz="1500">
                <a:solidFill>
                  <a:schemeClr val="dk1"/>
                </a:solidFill>
              </a:rPr>
              <a:t> folder.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BCC (Blind Carbon Copy)</a:t>
            </a:r>
            <a:r>
              <a:rPr lang="en" sz="15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This is used when you want to send the same email to many people without them knowing who else you sent it to. The people in </a:t>
            </a:r>
            <a:r>
              <a:rPr b="1" lang="en" sz="1500">
                <a:solidFill>
                  <a:schemeClr val="dk1"/>
                </a:solidFill>
              </a:rPr>
              <a:t>BCC</a:t>
            </a:r>
            <a:r>
              <a:rPr lang="en" sz="1500">
                <a:solidFill>
                  <a:schemeClr val="dk1"/>
                </a:solidFill>
              </a:rPr>
              <a:t> won’t see the other people’s email addresses.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CC (Carbon Copy)</a:t>
            </a:r>
            <a:r>
              <a:rPr lang="en" sz="15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If you put someone’s email in </a:t>
            </a:r>
            <a:r>
              <a:rPr b="1" lang="en" sz="1500">
                <a:solidFill>
                  <a:schemeClr val="dk1"/>
                </a:solidFill>
              </a:rPr>
              <a:t>CC</a:t>
            </a:r>
            <a:r>
              <a:rPr lang="en" sz="1500">
                <a:solidFill>
                  <a:schemeClr val="dk1"/>
                </a:solidFill>
              </a:rPr>
              <a:t>, that person will receive a copy of your email, and everyone else can see that they received it too.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7" title="Gmail-Storage-Statu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123" y="120575"/>
            <a:ext cx="5283381" cy="3416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7" title="download (49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1500" y="1829675"/>
            <a:ext cx="3115925" cy="324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