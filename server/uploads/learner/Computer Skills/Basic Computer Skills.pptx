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2697e1dc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2697e1dc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2697e1dc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2697e1dc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2697e1dc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2697e1dc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2697e1dc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2697e1dc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a9780eb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a9780eb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2697e1dc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2697e1dc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3389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COMPUTER SKILLS</a:t>
            </a:r>
            <a:endParaRPr/>
          </a:p>
        </p:txBody>
      </p:sp>
      <p:pic>
        <p:nvPicPr>
          <p:cNvPr id="55" name="Google Shape;55;p13" title="images (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25" y="2797675"/>
            <a:ext cx="3191050" cy="20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images (7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4025" y="2797675"/>
            <a:ext cx="32996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36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/>
              <a:t>What is an Operating System (OS)?</a:t>
            </a:r>
            <a:r>
              <a:rPr lang="en" sz="1500"/>
              <a:t> </a:t>
            </a:r>
            <a:endParaRPr sz="15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13025" y="612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An </a:t>
            </a:r>
            <a:r>
              <a:rPr b="1" lang="en" sz="1500">
                <a:solidFill>
                  <a:schemeClr val="dk1"/>
                </a:solidFill>
              </a:rPr>
              <a:t>Operating System (OS)</a:t>
            </a:r>
            <a:r>
              <a:rPr lang="en" sz="1500">
                <a:solidFill>
                  <a:schemeClr val="dk1"/>
                </a:solidFill>
              </a:rPr>
              <a:t> is like the </a:t>
            </a:r>
            <a:r>
              <a:rPr b="1" lang="en" sz="1500">
                <a:solidFill>
                  <a:schemeClr val="dk1"/>
                </a:solidFill>
              </a:rPr>
              <a:t>brain of a computer</a:t>
            </a:r>
            <a:r>
              <a:rPr lang="en" sz="1500">
                <a:solidFill>
                  <a:schemeClr val="dk1"/>
                </a:solidFill>
              </a:rPr>
              <a:t>. It helps the computer work properly by managing all the hardware (like the keyboard, screen, and memory) and software (like apps and games).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FF0000"/>
                </a:solidFill>
              </a:rPr>
              <a:t>Navigating the OS</a:t>
            </a:r>
            <a:r>
              <a:rPr lang="en" sz="1500">
                <a:solidFill>
                  <a:srgbClr val="FF0000"/>
                </a:solidFill>
              </a:rPr>
              <a:t>:</a:t>
            </a:r>
            <a:endParaRPr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500"/>
              <a:buChar char="❖"/>
            </a:pPr>
            <a:r>
              <a:rPr i="1" lang="en" sz="1500">
                <a:solidFill>
                  <a:srgbClr val="FF0000"/>
                </a:solidFill>
              </a:rPr>
              <a:t>Windows</a:t>
            </a:r>
            <a:r>
              <a:rPr lang="en" sz="1500">
                <a:solidFill>
                  <a:srgbClr val="FF0000"/>
                </a:solidFill>
              </a:rPr>
              <a:t>: Use the Start menu to access applications, files, and settings.</a:t>
            </a:r>
            <a:endParaRPr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❖"/>
            </a:pPr>
            <a:r>
              <a:rPr i="1" lang="en" sz="1500">
                <a:solidFill>
                  <a:srgbClr val="FF0000"/>
                </a:solidFill>
              </a:rPr>
              <a:t>Mac</a:t>
            </a:r>
            <a:r>
              <a:rPr lang="en" sz="1500">
                <a:solidFill>
                  <a:srgbClr val="FF0000"/>
                </a:solidFill>
              </a:rPr>
              <a:t>: Use the Dock or Launchpad for easy access to applications.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3" name="Google Shape;63;p14" title="download (2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300" y="2976800"/>
            <a:ext cx="3167375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62325" y="403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Think of it as a </a:t>
            </a:r>
            <a:r>
              <a:rPr b="1" lang="en" sz="1500">
                <a:solidFill>
                  <a:schemeClr val="dk1"/>
                </a:solidFill>
              </a:rPr>
              <a:t>traffic controller</a:t>
            </a:r>
            <a:r>
              <a:rPr lang="en" sz="1500">
                <a:solidFill>
                  <a:schemeClr val="dk1"/>
                </a:solidFill>
              </a:rPr>
              <a:t> that makes sure everything runs smoothly. It: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Starts the computer</a:t>
            </a:r>
            <a:r>
              <a:rPr lang="en" sz="1500">
                <a:solidFill>
                  <a:schemeClr val="dk1"/>
                </a:solidFill>
              </a:rPr>
              <a:t> when you turn it 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Runs apps and programs</a:t>
            </a:r>
            <a:r>
              <a:rPr lang="en" sz="1500">
                <a:solidFill>
                  <a:schemeClr val="dk1"/>
                </a:solidFill>
              </a:rPr>
              <a:t> (like YouTube, Word, or a game)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Saves and finds files</a:t>
            </a:r>
            <a:r>
              <a:rPr lang="en" sz="1500">
                <a:solidFill>
                  <a:schemeClr val="dk1"/>
                </a:solidFill>
              </a:rPr>
              <a:t> (like photos or documents)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Connects to the internet</a:t>
            </a:r>
            <a:r>
              <a:rPr lang="en" sz="1500">
                <a:solidFill>
                  <a:schemeClr val="dk1"/>
                </a:solidFill>
              </a:rPr>
              <a:t> and other devices (printers, USB drives)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69" name="Google Shape;69;p15" title="DALL·E 2025-03-21 16.37.01 - A simple and attractive illustration of Artificial Intelligence (AI) as a friendly traffic controller. A cute, glowing AI robot with a smile is direc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250" y="2106000"/>
            <a:ext cx="3250125" cy="28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Keyboard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</a:t>
            </a:r>
            <a:r>
              <a:rPr b="1" lang="en" sz="1500">
                <a:solidFill>
                  <a:schemeClr val="dk1"/>
                </a:solidFill>
              </a:rPr>
              <a:t>keyboard</a:t>
            </a:r>
            <a:r>
              <a:rPr lang="en" sz="1500">
                <a:solidFill>
                  <a:schemeClr val="dk1"/>
                </a:solidFill>
              </a:rPr>
              <a:t> is an important input device that helps you type text, give commands, and control your computer.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shortcuts: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C</a:t>
            </a:r>
            <a:r>
              <a:rPr lang="en" sz="1500">
                <a:solidFill>
                  <a:schemeClr val="dk1"/>
                </a:solidFill>
              </a:rPr>
              <a:t> → Copy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V</a:t>
            </a:r>
            <a:r>
              <a:rPr lang="en" sz="1500">
                <a:solidFill>
                  <a:schemeClr val="dk1"/>
                </a:solidFill>
              </a:rPr>
              <a:t> → Paste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X</a:t>
            </a:r>
            <a:r>
              <a:rPr lang="en" sz="1500">
                <a:solidFill>
                  <a:schemeClr val="dk1"/>
                </a:solidFill>
              </a:rPr>
              <a:t> → Cut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Z</a:t>
            </a:r>
            <a:r>
              <a:rPr lang="en" sz="1500">
                <a:solidFill>
                  <a:schemeClr val="dk1"/>
                </a:solidFill>
              </a:rPr>
              <a:t> → Undo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S</a:t>
            </a:r>
            <a:r>
              <a:rPr lang="en" sz="1500">
                <a:solidFill>
                  <a:schemeClr val="dk1"/>
                </a:solidFill>
              </a:rPr>
              <a:t> → Save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P</a:t>
            </a:r>
            <a:r>
              <a:rPr lang="en" sz="1500">
                <a:solidFill>
                  <a:schemeClr val="dk1"/>
                </a:solidFill>
              </a:rPr>
              <a:t> → Print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6" name="Google Shape;76;p16" title="download (2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1250" y="2349000"/>
            <a:ext cx="3794150" cy="22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31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Mouse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891000"/>
            <a:ext cx="8520600" cy="3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 basic computer mouse has these important parts: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🔹 </a:t>
            </a:r>
            <a:r>
              <a:rPr b="1" lang="en" sz="1500">
                <a:solidFill>
                  <a:schemeClr val="dk1"/>
                </a:solidFill>
              </a:rPr>
              <a:t>Left Button</a:t>
            </a:r>
            <a:r>
              <a:rPr lang="en" sz="1500">
                <a:solidFill>
                  <a:schemeClr val="dk1"/>
                </a:solidFill>
              </a:rPr>
              <a:t> – Click to select or open things.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🔹 </a:t>
            </a:r>
            <a:r>
              <a:rPr b="1" lang="en" sz="1500">
                <a:solidFill>
                  <a:schemeClr val="dk1"/>
                </a:solidFill>
              </a:rPr>
              <a:t>Right Button</a:t>
            </a:r>
            <a:r>
              <a:rPr lang="en" sz="1500">
                <a:solidFill>
                  <a:schemeClr val="dk1"/>
                </a:solidFill>
              </a:rPr>
              <a:t> – Opens a menu with extra options.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🔹 </a:t>
            </a:r>
            <a:r>
              <a:rPr b="1" lang="en" sz="1500">
                <a:solidFill>
                  <a:schemeClr val="dk1"/>
                </a:solidFill>
              </a:rPr>
              <a:t>Scroll Wheel</a:t>
            </a:r>
            <a:r>
              <a:rPr lang="en" sz="1500">
                <a:solidFill>
                  <a:schemeClr val="dk1"/>
                </a:solidFill>
              </a:rPr>
              <a:t> – Moves up and down on a page.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🔹 </a:t>
            </a:r>
            <a:r>
              <a:rPr b="1" lang="en" sz="1500">
                <a:solidFill>
                  <a:schemeClr val="dk1"/>
                </a:solidFill>
              </a:rPr>
              <a:t>Mouse Sensor (Bottom Side)</a:t>
            </a:r>
            <a:r>
              <a:rPr lang="en" sz="1500">
                <a:solidFill>
                  <a:schemeClr val="dk1"/>
                </a:solidFill>
              </a:rPr>
              <a:t> – Helps the mouse track movement.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3" name="Google Shape;83;p17" title="download (2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588" y="3024225"/>
            <a:ext cx="2505075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Single Click (Left Click)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Press and release</a:t>
            </a:r>
            <a:r>
              <a:rPr lang="en" sz="1500">
                <a:solidFill>
                  <a:schemeClr val="dk1"/>
                </a:solidFill>
              </a:rPr>
              <a:t> the left button </a:t>
            </a:r>
            <a:r>
              <a:rPr b="1" lang="en" sz="1500">
                <a:solidFill>
                  <a:schemeClr val="dk1"/>
                </a:solidFill>
              </a:rPr>
              <a:t>once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Used to </a:t>
            </a:r>
            <a:r>
              <a:rPr b="1" lang="en" sz="1500">
                <a:solidFill>
                  <a:schemeClr val="dk1"/>
                </a:solidFill>
              </a:rPr>
              <a:t>select</a:t>
            </a:r>
            <a:r>
              <a:rPr lang="en" sz="1500">
                <a:solidFill>
                  <a:schemeClr val="dk1"/>
                </a:solidFill>
              </a:rPr>
              <a:t> an item (e.g., clicking on a file or button).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Double Click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Quickly press the left button twice.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Used to </a:t>
            </a:r>
            <a:r>
              <a:rPr b="1" lang="en" sz="1500">
                <a:solidFill>
                  <a:schemeClr val="dk1"/>
                </a:solidFill>
              </a:rPr>
              <a:t>open files, folders, and apps</a:t>
            </a:r>
            <a:r>
              <a:rPr lang="en" sz="1500">
                <a:solidFill>
                  <a:schemeClr val="dk1"/>
                </a:solidFill>
              </a:rPr>
              <a:t> on the desktop.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261075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Right Click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Press the right button once</a:t>
            </a:r>
            <a:r>
              <a:rPr lang="en" sz="1500">
                <a:solidFill>
                  <a:schemeClr val="dk1"/>
                </a:solidFill>
              </a:rPr>
              <a:t> to open a menu with extra options.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Right-click on a file to see options like </a:t>
            </a:r>
            <a:r>
              <a:rPr b="1" lang="en" sz="1500">
                <a:solidFill>
                  <a:schemeClr val="dk1"/>
                </a:solidFill>
              </a:rPr>
              <a:t>"Rename"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"Delete"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Drag and Drop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Click and hold the left button</a:t>
            </a:r>
            <a:r>
              <a:rPr lang="en" sz="1500">
                <a:solidFill>
                  <a:schemeClr val="dk1"/>
                </a:solidFill>
              </a:rPr>
              <a:t>, move the mouse, and then </a:t>
            </a:r>
            <a:r>
              <a:rPr b="1" lang="en" sz="1500">
                <a:solidFill>
                  <a:schemeClr val="dk1"/>
                </a:solidFill>
              </a:rPr>
              <a:t>release</a:t>
            </a:r>
            <a:r>
              <a:rPr lang="en" sz="1500">
                <a:solidFill>
                  <a:schemeClr val="dk1"/>
                </a:solidFill>
              </a:rPr>
              <a:t> it.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Used to move files, rearrange icons, or draw in programs.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Scrolling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Move the </a:t>
            </a:r>
            <a:r>
              <a:rPr b="1" lang="en" sz="1500">
                <a:solidFill>
                  <a:schemeClr val="dk1"/>
                </a:solidFill>
              </a:rPr>
              <a:t>scroll wheel</a:t>
            </a:r>
            <a:r>
              <a:rPr lang="en" sz="1500">
                <a:solidFill>
                  <a:schemeClr val="dk1"/>
                </a:solidFill>
              </a:rPr>
              <a:t> up or down to navigate through a page.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Useful when reading long documents or browsing the web.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