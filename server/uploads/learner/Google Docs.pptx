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526f7f8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526f7f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e6dc41d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e6dc41d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6dc41dc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6dc41dc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e6dc41dc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e6dc41dc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e6dc41dc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e6dc41dc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e6dc41dc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e6dc41dc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e6dc41dc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e6dc41dc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e6dc41dc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e6dc41dc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e6dc41dc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e6dc41dc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e6dc41dc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e6dc41dc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e6dc41dc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e6dc41dc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e6dc41dc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e6dc41dc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e6dc41dc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e6dc41dc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e6dc41dc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3e6dc41dc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e6dc41dc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e6dc41dc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" TargetMode="External"/><Relationship Id="rId4" Type="http://schemas.openxmlformats.org/officeDocument/2006/relationships/hyperlink" Target="https://docs.google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rive.goog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DOCS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7750" y="2868575"/>
            <a:ext cx="3684000" cy="22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3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Online Access &amp; Cloud Storage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Google Docs is completely online, meaning you can access your documents from any device with an internet connection.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All documents are automatically saved in </a:t>
            </a:r>
            <a:r>
              <a:rPr b="1" lang="en" sz="1500">
                <a:solidFill>
                  <a:schemeClr val="dk1"/>
                </a:solidFill>
              </a:rPr>
              <a:t>Google Drive</a:t>
            </a:r>
            <a:r>
              <a:rPr lang="en" sz="1500">
                <a:solidFill>
                  <a:schemeClr val="dk1"/>
                </a:solidFill>
              </a:rPr>
              <a:t>, Google’s cloud storage service, preventing data loss.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don’t have to manually save files—changes are saved in real time</a:t>
            </a:r>
            <a:endParaRPr sz="1500"/>
          </a:p>
        </p:txBody>
      </p:sp>
      <p:pic>
        <p:nvPicPr>
          <p:cNvPr id="62" name="Google Shape;62;p14" title="download - 2025-04-02T115550.17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6811" y="3454350"/>
            <a:ext cx="2150375" cy="161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62325" y="636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Real-Time Collaboration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Multiple people can work on the same document at the same time.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Changes appear instantly, and users can see who is editing in real-time.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Users can leave </a:t>
            </a:r>
            <a:r>
              <a:rPr b="1" lang="en" sz="1500">
                <a:solidFill>
                  <a:schemeClr val="dk1"/>
                </a:solidFill>
              </a:rPr>
              <a:t>comments and suggestions</a:t>
            </a:r>
            <a:r>
              <a:rPr lang="en" sz="1500">
                <a:solidFill>
                  <a:schemeClr val="dk1"/>
                </a:solidFill>
              </a:rPr>
              <a:t> for better teamwork.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images (1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667" y="2733525"/>
            <a:ext cx="3856675" cy="21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646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Free to Use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Google Docs is free for personal use.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It only requires a </a:t>
            </a:r>
            <a:r>
              <a:rPr b="1" lang="en" sz="1500">
                <a:solidFill>
                  <a:schemeClr val="dk1"/>
                </a:solidFill>
              </a:rPr>
              <a:t>Google account</a:t>
            </a:r>
            <a:r>
              <a:rPr lang="en" sz="1500">
                <a:solidFill>
                  <a:schemeClr val="dk1"/>
                </a:solidFill>
              </a:rPr>
              <a:t> to access.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Businesses can use it as part of </a:t>
            </a:r>
            <a:r>
              <a:rPr b="1" lang="en" sz="1500">
                <a:solidFill>
                  <a:schemeClr val="dk1"/>
                </a:solidFill>
              </a:rPr>
              <a:t>Google Workspace (formerly G Suite)</a:t>
            </a:r>
            <a:r>
              <a:rPr lang="en" sz="1500">
                <a:solidFill>
                  <a:schemeClr val="dk1"/>
                </a:solidFill>
              </a:rPr>
              <a:t>, which includes additional features.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74" name="Google Shape;74;p16" title="download (6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9838" y="2779538"/>
            <a:ext cx="2028825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636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Auto-Save &amp; Version History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Google Docs automatically saves all changes.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view and restore </a:t>
            </a:r>
            <a:r>
              <a:rPr b="1" lang="en" sz="1500">
                <a:solidFill>
                  <a:schemeClr val="dk1"/>
                </a:solidFill>
              </a:rPr>
              <a:t>previous versions</a:t>
            </a:r>
            <a:r>
              <a:rPr lang="en" sz="1500">
                <a:solidFill>
                  <a:schemeClr val="dk1"/>
                </a:solidFill>
              </a:rPr>
              <a:t> of a document using </a:t>
            </a:r>
            <a:r>
              <a:rPr b="1" lang="en" sz="1500">
                <a:solidFill>
                  <a:schemeClr val="dk1"/>
                </a:solidFill>
              </a:rPr>
              <a:t>Version History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helps in tracking edits and recovering older content if needed.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80" name="Google Shape;80;p17" title="Screenshot 2025-04-02 1215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625" y="2789513"/>
            <a:ext cx="6000750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6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Easy Formatting &amp; Editing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Google Docs provides tools for: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Changing fonts and colors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Adding images and tables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Inserting headers, footers, and page numbers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Using templates for resumes, reports, and letters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0023" y="1113750"/>
            <a:ext cx="3493101" cy="30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575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Offline Mode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enable </a:t>
            </a:r>
            <a:r>
              <a:rPr b="1" lang="en" sz="1500">
                <a:solidFill>
                  <a:schemeClr val="dk1"/>
                </a:solidFill>
              </a:rPr>
              <a:t>offline mode</a:t>
            </a:r>
            <a:r>
              <a:rPr lang="en" sz="1500">
                <a:solidFill>
                  <a:schemeClr val="dk1"/>
                </a:solidFill>
              </a:rPr>
              <a:t> to edit documents without an internet connection.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Changes will sync when you reconnect to the internet.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Integration with Other Google Apps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Google Docs connects easily with </a:t>
            </a:r>
            <a:r>
              <a:rPr b="1" lang="en" sz="1500">
                <a:solidFill>
                  <a:schemeClr val="dk1"/>
                </a:solidFill>
              </a:rPr>
              <a:t>Google Sheets (spreadsheets)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Google Slides (presentations)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b="1" lang="en" sz="1500">
                <a:solidFill>
                  <a:schemeClr val="dk1"/>
                </a:solidFill>
              </a:rPr>
              <a:t>Google Drive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You can directly attach Google Docs to </a:t>
            </a:r>
            <a:r>
              <a:rPr b="1" lang="en" sz="1500">
                <a:solidFill>
                  <a:schemeClr val="dk1"/>
                </a:solidFill>
              </a:rPr>
              <a:t>Gmail</a:t>
            </a:r>
            <a:r>
              <a:rPr lang="en" sz="1500">
                <a:solidFill>
                  <a:schemeClr val="dk1"/>
                </a:solidFill>
              </a:rPr>
              <a:t> and share with others.</a:t>
            </a:r>
            <a:br>
              <a:rPr lang="en" sz="1500">
                <a:solidFill>
                  <a:schemeClr val="dk1"/>
                </a:solidFill>
              </a:rPr>
            </a:b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Free and Easy to Use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No Installation Needed</a:t>
            </a:r>
            <a:r>
              <a:rPr lang="en" sz="1500">
                <a:solidFill>
                  <a:schemeClr val="dk1"/>
                </a:solidFill>
              </a:rPr>
              <a:t> (Runs in a web browser)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Works on Any Device</a:t>
            </a:r>
            <a:r>
              <a:rPr lang="en" sz="1500">
                <a:solidFill>
                  <a:schemeClr val="dk1"/>
                </a:solidFill>
              </a:rPr>
              <a:t> (PC, Mac, mobile, tablet)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Auto-Save Prevents Data Loss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Real-Time Collaboration &amp; Sharing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Cloud Storage with Google Drive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Compatible with Microsoft Word Files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8" name="Google Shape;98;p20"/>
          <p:cNvPicPr preferRelativeResize="0"/>
          <p:nvPr/>
        </p:nvPicPr>
        <p:blipFill rotWithShape="1">
          <a:blip r:embed="rId3">
            <a:alphaModFix/>
          </a:blip>
          <a:srcRect b="15277" l="4782" r="4300" t="16884"/>
          <a:stretch/>
        </p:blipFill>
        <p:spPr>
          <a:xfrm>
            <a:off x="2369250" y="3119750"/>
            <a:ext cx="5123250" cy="20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433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1: Open Google Docs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On a Computer (PC/Laptop)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Open a web browser (Chrome, Firefox, Edge, etc.).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Go to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5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docs.google.com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Sign in with your </a:t>
            </a:r>
            <a:r>
              <a:rPr b="1" lang="en" sz="1500">
                <a:solidFill>
                  <a:schemeClr val="dk1"/>
                </a:solidFill>
              </a:rPr>
              <a:t>Google account</a:t>
            </a:r>
            <a:r>
              <a:rPr lang="en" sz="1500">
                <a:solidFill>
                  <a:schemeClr val="dk1"/>
                </a:solidFill>
              </a:rPr>
              <a:t> (Gmail).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On a Mobile Device (Phone/Tablet)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Download the </a:t>
            </a:r>
            <a:r>
              <a:rPr b="1" lang="en" sz="1500">
                <a:solidFill>
                  <a:schemeClr val="dk1"/>
                </a:solidFill>
              </a:rPr>
              <a:t>Google Docs app</a:t>
            </a:r>
            <a:r>
              <a:rPr lang="en" sz="1500">
                <a:solidFill>
                  <a:schemeClr val="dk1"/>
                </a:solidFill>
              </a:rPr>
              <a:t> from the Play Store (Android) or App Store (iPhone/iPad).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Open the app and sign in with your </a:t>
            </a:r>
            <a:r>
              <a:rPr b="1" lang="en" sz="1500">
                <a:solidFill>
                  <a:schemeClr val="dk1"/>
                </a:solidFill>
              </a:rPr>
              <a:t>Google account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555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2: Create a New Document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On a Computer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the </a:t>
            </a:r>
            <a:r>
              <a:rPr b="1" lang="en" sz="1500">
                <a:solidFill>
                  <a:schemeClr val="dk1"/>
                </a:solidFill>
              </a:rPr>
              <a:t>+ Blank</a:t>
            </a:r>
            <a:r>
              <a:rPr lang="en" sz="1500">
                <a:solidFill>
                  <a:schemeClr val="dk1"/>
                </a:solidFill>
              </a:rPr>
              <a:t> option to create a new document.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Or, select a </a:t>
            </a:r>
            <a:r>
              <a:rPr b="1" lang="en" sz="1500">
                <a:solidFill>
                  <a:schemeClr val="dk1"/>
                </a:solidFill>
              </a:rPr>
              <a:t>Template</a:t>
            </a:r>
            <a:r>
              <a:rPr lang="en" sz="1500">
                <a:solidFill>
                  <a:schemeClr val="dk1"/>
                </a:solidFill>
              </a:rPr>
              <a:t> (resume, report, letter, etc.).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On Mobile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Tap the </a:t>
            </a:r>
            <a:r>
              <a:rPr b="1" lang="en" sz="1500">
                <a:solidFill>
                  <a:schemeClr val="dk1"/>
                </a:solidFill>
              </a:rPr>
              <a:t>+ (plus sign)</a:t>
            </a:r>
            <a:r>
              <a:rPr lang="en" sz="1500">
                <a:solidFill>
                  <a:schemeClr val="dk1"/>
                </a:solidFill>
              </a:rPr>
              <a:t> at the bottom-right corner.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</a:t>
            </a:r>
            <a:r>
              <a:rPr b="1" lang="en" sz="1500">
                <a:solidFill>
                  <a:schemeClr val="dk1"/>
                </a:solidFill>
              </a:rPr>
              <a:t>New document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Choose template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9" name="Google Shape;109;p22" title="Screenshot 2025-04-02 1247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9175" y="4128888"/>
            <a:ext cx="461010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656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3: Type and Edit Text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inside the document and start typing.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the toolbar at the top to format text: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Bold</a:t>
            </a:r>
            <a:r>
              <a:rPr lang="en" sz="1500">
                <a:solidFill>
                  <a:schemeClr val="dk1"/>
                </a:solidFill>
              </a:rPr>
              <a:t> (B), </a:t>
            </a:r>
            <a:r>
              <a:rPr b="1" lang="en" sz="1500">
                <a:solidFill>
                  <a:schemeClr val="dk1"/>
                </a:solidFill>
              </a:rPr>
              <a:t>Italic</a:t>
            </a:r>
            <a:r>
              <a:rPr lang="en" sz="1500">
                <a:solidFill>
                  <a:schemeClr val="dk1"/>
                </a:solidFill>
              </a:rPr>
              <a:t> (I), </a:t>
            </a:r>
            <a:r>
              <a:rPr b="1" lang="en" sz="1500">
                <a:solidFill>
                  <a:schemeClr val="dk1"/>
                </a:solidFill>
              </a:rPr>
              <a:t>Underline</a:t>
            </a:r>
            <a:r>
              <a:rPr lang="en" sz="1500">
                <a:solidFill>
                  <a:schemeClr val="dk1"/>
                </a:solidFill>
              </a:rPr>
              <a:t> (U)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Change </a:t>
            </a:r>
            <a:r>
              <a:rPr b="1" lang="en" sz="1500">
                <a:solidFill>
                  <a:schemeClr val="dk1"/>
                </a:solidFill>
              </a:rPr>
              <a:t>font size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color</a:t>
            </a:r>
            <a:r>
              <a:rPr lang="en" sz="1500">
                <a:solidFill>
                  <a:schemeClr val="dk1"/>
                </a:solidFill>
              </a:rPr>
              <a:t>, or </a:t>
            </a:r>
            <a:r>
              <a:rPr b="1" lang="en" sz="1500">
                <a:solidFill>
                  <a:schemeClr val="dk1"/>
                </a:solidFill>
              </a:rPr>
              <a:t>alignment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Insert </a:t>
            </a:r>
            <a:r>
              <a:rPr b="1" lang="en" sz="1500">
                <a:solidFill>
                  <a:schemeClr val="dk1"/>
                </a:solidFill>
              </a:rPr>
              <a:t>bullet points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numbered lists</a:t>
            </a:r>
            <a:br>
              <a:rPr b="1"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15" name="Google Shape;115;p23" title="Screenshot 2025-04-02 1248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225150"/>
            <a:ext cx="8839199" cy="2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6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4: Insert Images, Tables, and Links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Insert</a:t>
            </a:r>
            <a:r>
              <a:rPr lang="en" sz="1500">
                <a:solidFill>
                  <a:schemeClr val="dk1"/>
                </a:solidFill>
              </a:rPr>
              <a:t> (on the toolbar) and choose: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Image</a:t>
            </a:r>
            <a:r>
              <a:rPr lang="en" sz="1500">
                <a:solidFill>
                  <a:schemeClr val="dk1"/>
                </a:solidFill>
              </a:rPr>
              <a:t> (upload from your computer or Google Drive)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Table</a:t>
            </a:r>
            <a:r>
              <a:rPr lang="en" sz="1500">
                <a:solidFill>
                  <a:schemeClr val="dk1"/>
                </a:solidFill>
              </a:rPr>
              <a:t> (select rows and columns)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Link</a:t>
            </a:r>
            <a:r>
              <a:rPr lang="en" sz="1500">
                <a:solidFill>
                  <a:schemeClr val="dk1"/>
                </a:solidFill>
              </a:rPr>
              <a:t> (add hyperlinks)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Drawing</a:t>
            </a:r>
            <a:r>
              <a:rPr lang="en" sz="1500">
                <a:solidFill>
                  <a:schemeClr val="dk1"/>
                </a:solidFill>
              </a:rPr>
              <a:t> (create simple shapes or diagrams)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21" name="Google Shape;121;p24" title="Screenshot 2025-04-02 1248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022" y="3042375"/>
            <a:ext cx="3455400" cy="16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5: Save Your Work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Google Docs </a:t>
            </a:r>
            <a:r>
              <a:rPr b="1" lang="en" sz="1500">
                <a:solidFill>
                  <a:schemeClr val="dk1"/>
                </a:solidFill>
              </a:rPr>
              <a:t>automatically saves</a:t>
            </a:r>
            <a:r>
              <a:rPr lang="en" sz="1500">
                <a:solidFill>
                  <a:schemeClr val="dk1"/>
                </a:solidFill>
              </a:rPr>
              <a:t> your work in </a:t>
            </a:r>
            <a:r>
              <a:rPr b="1" lang="en" sz="1500">
                <a:solidFill>
                  <a:schemeClr val="dk1"/>
                </a:solidFill>
              </a:rPr>
              <a:t>Google Drive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</a:t>
            </a:r>
            <a:r>
              <a:rPr b="1" lang="en" sz="1500">
                <a:solidFill>
                  <a:schemeClr val="dk1"/>
                </a:solidFill>
              </a:rPr>
              <a:t>do not</a:t>
            </a:r>
            <a:r>
              <a:rPr lang="en" sz="1500">
                <a:solidFill>
                  <a:schemeClr val="dk1"/>
                </a:solidFill>
              </a:rPr>
              <a:t> need to press "Save."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27" name="Google Shape;127;p25" title="Screenshot 2025-04-02 1215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625" y="2886988"/>
            <a:ext cx="6000750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484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6: Share &amp; Collaborate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the </a:t>
            </a:r>
            <a:r>
              <a:rPr b="1" lang="en" sz="1500">
                <a:solidFill>
                  <a:schemeClr val="dk1"/>
                </a:solidFill>
              </a:rPr>
              <a:t>Share</a:t>
            </a:r>
            <a:r>
              <a:rPr lang="en" sz="1500">
                <a:solidFill>
                  <a:schemeClr val="dk1"/>
                </a:solidFill>
              </a:rPr>
              <a:t> button (top-right corner).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Enter an </a:t>
            </a:r>
            <a:r>
              <a:rPr b="1" lang="en" sz="1500">
                <a:solidFill>
                  <a:schemeClr val="dk1"/>
                </a:solidFill>
              </a:rPr>
              <a:t>email address</a:t>
            </a:r>
            <a:r>
              <a:rPr lang="en" sz="1500">
                <a:solidFill>
                  <a:schemeClr val="dk1"/>
                </a:solidFill>
              </a:rPr>
              <a:t> to send the document.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Set permissions: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Viewer</a:t>
            </a:r>
            <a:r>
              <a:rPr lang="en" sz="1500">
                <a:solidFill>
                  <a:schemeClr val="dk1"/>
                </a:solidFill>
              </a:rPr>
              <a:t> – Can only read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Commenter</a:t>
            </a:r>
            <a:r>
              <a:rPr lang="en" sz="1500">
                <a:solidFill>
                  <a:schemeClr val="dk1"/>
                </a:solidFill>
              </a:rPr>
              <a:t> – Can leave comments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Editor</a:t>
            </a:r>
            <a:r>
              <a:rPr lang="en" sz="1500">
                <a:solidFill>
                  <a:schemeClr val="dk1"/>
                </a:solidFill>
              </a:rPr>
              <a:t> – Can make changes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💡 You can also create a </a:t>
            </a:r>
            <a:r>
              <a:rPr b="1" lang="en" sz="1500">
                <a:solidFill>
                  <a:schemeClr val="dk1"/>
                </a:solidFill>
              </a:rPr>
              <a:t>shareable link</a:t>
            </a:r>
            <a:r>
              <a:rPr lang="en" sz="1500">
                <a:solidFill>
                  <a:schemeClr val="dk1"/>
                </a:solidFill>
              </a:rPr>
              <a:t> to send via email, WhatsApp, or social media.</a:t>
            </a:r>
            <a:endParaRPr sz="1500"/>
          </a:p>
        </p:txBody>
      </p:sp>
      <p:pic>
        <p:nvPicPr>
          <p:cNvPr id="133" name="Google Shape;133;p26" title="Screenshot 2025-04-02 1252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3588" y="959025"/>
            <a:ext cx="2219325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210450" y="129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7: Download &amp; Print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To Download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File</a:t>
            </a:r>
            <a:r>
              <a:rPr lang="en" sz="1500">
                <a:solidFill>
                  <a:schemeClr val="dk1"/>
                </a:solidFill>
              </a:rPr>
              <a:t> &gt; </a:t>
            </a:r>
            <a:r>
              <a:rPr b="1" lang="en" sz="1500">
                <a:solidFill>
                  <a:schemeClr val="dk1"/>
                </a:solidFill>
              </a:rPr>
              <a:t>Download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Choose a format: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PDF (.pdf)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Microsoft Word (.docx)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Plain Text (.txt)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To Print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File</a:t>
            </a:r>
            <a:r>
              <a:rPr lang="en" sz="1500">
                <a:solidFill>
                  <a:schemeClr val="dk1"/>
                </a:solidFill>
              </a:rPr>
              <a:t> &gt; </a:t>
            </a:r>
            <a:r>
              <a:rPr b="1" lang="en" sz="1500">
                <a:solidFill>
                  <a:schemeClr val="dk1"/>
                </a:solidFill>
              </a:rPr>
              <a:t>Print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your printer and click </a:t>
            </a:r>
            <a:r>
              <a:rPr b="1" lang="en" sz="1500">
                <a:solidFill>
                  <a:schemeClr val="dk1"/>
                </a:solidFill>
              </a:rPr>
              <a:t>Print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39" name="Google Shape;139;p27" title="Screenshot 2025-04-02 1236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6461" y="993798"/>
            <a:ext cx="481656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Use Google Docs Offline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You can use Google Docs without the internet by enabling </a:t>
            </a:r>
            <a:r>
              <a:rPr b="1" lang="en" sz="1500">
                <a:solidFill>
                  <a:schemeClr val="dk1"/>
                </a:solidFill>
              </a:rPr>
              <a:t>Offline Mode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Open </a:t>
            </a:r>
            <a:r>
              <a:rPr b="1" lang="en" sz="1500">
                <a:solidFill>
                  <a:schemeClr val="dk1"/>
                </a:solidFill>
              </a:rPr>
              <a:t>Google Drive</a:t>
            </a:r>
            <a:r>
              <a:rPr lang="en" sz="1500">
                <a:solidFill>
                  <a:schemeClr val="dk1"/>
                </a:solidFill>
              </a:rPr>
              <a:t> (</a:t>
            </a:r>
            <a:r>
              <a:rPr lang="en" sz="15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drive.google.com</a:t>
            </a:r>
            <a:r>
              <a:rPr lang="en" sz="1500">
                <a:solidFill>
                  <a:schemeClr val="dk1"/>
                </a:solidFill>
              </a:rPr>
              <a:t>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Settings (⚙️ gear icon)</a:t>
            </a:r>
            <a:r>
              <a:rPr lang="en" sz="1500">
                <a:solidFill>
                  <a:schemeClr val="dk1"/>
                </a:solidFill>
              </a:rPr>
              <a:t> &gt; </a:t>
            </a:r>
            <a:r>
              <a:rPr b="1" lang="en" sz="1500">
                <a:solidFill>
                  <a:schemeClr val="dk1"/>
                </a:solidFill>
              </a:rPr>
              <a:t>General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Turn on </a:t>
            </a:r>
            <a:r>
              <a:rPr b="1" lang="en" sz="1500">
                <a:solidFill>
                  <a:schemeClr val="dk1"/>
                </a:solidFill>
              </a:rPr>
              <a:t>Offline Mode</a:t>
            </a:r>
            <a:r>
              <a:rPr lang="en" sz="1500">
                <a:solidFill>
                  <a:schemeClr val="dk1"/>
                </a:solidFill>
              </a:rPr>
              <a:t> to edit without the internet.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