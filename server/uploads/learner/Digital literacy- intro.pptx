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8d591b1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8d591b1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38d591b1c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38d591b1c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38d591b1c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38d591b1c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425fd3559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425fd3559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425fd3559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425fd3559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425fd3559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425fd3559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25fd3559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425fd3559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425fd3559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425fd3559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99c033c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99c033c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25fd3559d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425fd3559d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jpg"/><Relationship Id="rId4" Type="http://schemas.openxmlformats.org/officeDocument/2006/relationships/image" Target="../media/image2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jp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6912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DIGITAL LITERACY</a:t>
            </a:r>
            <a:endParaRPr/>
          </a:p>
        </p:txBody>
      </p:sp>
      <p:pic>
        <p:nvPicPr>
          <p:cNvPr id="55" name="Google Shape;55;p13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0782" y="2915950"/>
            <a:ext cx="3166043" cy="210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Digital Literacy?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92700" y="1354975"/>
            <a:ext cx="8520600" cy="8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LET US UNDERSTAND WITH A FEW EXAMPLES.</a:t>
            </a:r>
            <a:endParaRPr/>
          </a:p>
        </p:txBody>
      </p:sp>
      <p:pic>
        <p:nvPicPr>
          <p:cNvPr id="62" name="Google Shape;62;p14" title="download (2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250" y="2156575"/>
            <a:ext cx="3869275" cy="21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 title="download (1)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3375" y="2259200"/>
            <a:ext cx="3137170" cy="196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 title="download (4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500" y="1558475"/>
            <a:ext cx="3008100" cy="21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 title="download (3)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828" y="1558478"/>
            <a:ext cx="3196350" cy="212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534850"/>
            <a:ext cx="8520600" cy="43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Digital literacy means knowing how to use technology like smartphones, computers, and the internet safely and effectively.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Why is it Important?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 It allows them to use assistive tools like screen readers, speech-to-text apps, and smart home devices. These technologies make communication, education, and work more accessible.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Enhanced Access to Information and Services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Increased Employment Opportunities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Supporting Personal Growth and Creativity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Improved Health and Well-being Management</a:t>
            </a:r>
            <a:endParaRPr sz="1500"/>
          </a:p>
        </p:txBody>
      </p:sp>
      <p:pic>
        <p:nvPicPr>
          <p:cNvPr id="77" name="Google Shape;77;p16" title="BLD-Digital-Literacy-201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501" y="3007075"/>
            <a:ext cx="3078000" cy="1731300"/>
          </a:xfrm>
          <a:prstGeom prst="cloudCallout">
            <a:avLst>
              <a:gd fmla="val -20833" name="adj1"/>
              <a:gd fmla="val 6250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262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COMMON VOCABULARY</a:t>
            </a:r>
            <a:endParaRPr b="1"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946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App </a:t>
            </a:r>
            <a:r>
              <a:rPr lang="en" sz="1500">
                <a:solidFill>
                  <a:schemeClr val="dk1"/>
                </a:solidFill>
              </a:rPr>
              <a:t>– A software application that you can download and use on your phone, tablet, or computer (like Instagram, WhatsApp, etc.). 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22282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222828"/>
                </a:solidFill>
              </a:rPr>
              <a:t>   </a:t>
            </a:r>
            <a:endParaRPr sz="1500">
              <a:solidFill>
                <a:srgbClr val="22282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22282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Cloud </a:t>
            </a:r>
            <a:r>
              <a:rPr lang="en" sz="1500">
                <a:solidFill>
                  <a:schemeClr val="dk1"/>
                </a:solidFill>
              </a:rPr>
              <a:t>– A place where you can store your files, photos, and documents online so you can access them from any device (like Google Drive or iCloud). 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Email </a:t>
            </a:r>
            <a:r>
              <a:rPr lang="en" sz="1500">
                <a:solidFill>
                  <a:schemeClr val="dk1"/>
                </a:solidFill>
              </a:rPr>
              <a:t>– A way to send and receive messages electronically over the internet. 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222828"/>
                </a:solidFill>
              </a:rPr>
              <a:t> </a:t>
            </a:r>
            <a:endParaRPr sz="1500">
              <a:solidFill>
                <a:srgbClr val="22282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4" name="Google Shape;84;p17" title="download (6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3350" y="1783700"/>
            <a:ext cx="950050" cy="95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9725" y="1783700"/>
            <a:ext cx="950050" cy="95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 title="download (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64201" y="3356000"/>
            <a:ext cx="950050" cy="849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 title="download (3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10220" y="4317875"/>
            <a:ext cx="950050" cy="711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403225"/>
            <a:ext cx="8520600" cy="43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Virus </a:t>
            </a:r>
            <a:r>
              <a:rPr lang="en" sz="1500">
                <a:solidFill>
                  <a:schemeClr val="dk1"/>
                </a:solidFill>
              </a:rPr>
              <a:t>– Malicious software that can damage your computer or steal your personal information.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Icon</a:t>
            </a:r>
            <a:r>
              <a:rPr lang="en" sz="1500">
                <a:solidFill>
                  <a:schemeClr val="dk1"/>
                </a:solidFill>
              </a:rPr>
              <a:t>: An icon is a small image displayed on the screen to represent an object.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Menu</a:t>
            </a:r>
            <a:r>
              <a:rPr lang="en" sz="1500">
                <a:solidFill>
                  <a:schemeClr val="dk1"/>
                </a:solidFill>
              </a:rPr>
              <a:t>: A menu is a list of options from which a user can select an option to perform a desired action, such as choosing a command or applying a particular format to part of a document.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3" name="Google Shape;93;p18" title="download (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8000" y="1753325"/>
            <a:ext cx="3003300" cy="8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 title="download (12)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4425" y="3297450"/>
            <a:ext cx="1690875" cy="16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393100"/>
            <a:ext cx="8520600" cy="46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222828"/>
                </a:solidFill>
              </a:rPr>
              <a:t> </a:t>
            </a:r>
            <a:r>
              <a:rPr b="1" lang="en" sz="1500">
                <a:solidFill>
                  <a:srgbClr val="222828"/>
                </a:solidFill>
              </a:rPr>
              <a:t>Online</a:t>
            </a:r>
            <a:r>
              <a:rPr lang="en" sz="1500">
                <a:solidFill>
                  <a:srgbClr val="222828"/>
                </a:solidFill>
              </a:rPr>
              <a:t>: </a:t>
            </a:r>
            <a:r>
              <a:rPr lang="en" sz="1500">
                <a:solidFill>
                  <a:schemeClr val="dk1"/>
                </a:solidFill>
              </a:rPr>
              <a:t>When a computer is connected to the Internet, it is said to be online.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Hardware</a:t>
            </a:r>
            <a:r>
              <a:rPr lang="en" sz="1500">
                <a:solidFill>
                  <a:schemeClr val="dk1"/>
                </a:solidFill>
              </a:rPr>
              <a:t>: Hardware refers to all the physical components of a computer.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Input Device</a:t>
            </a:r>
            <a:r>
              <a:rPr lang="en" sz="1500">
                <a:solidFill>
                  <a:schemeClr val="dk1"/>
                </a:solidFill>
              </a:rPr>
              <a:t>: An input device is used to provide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information to a computer.  A keyboard is an example of an input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 device.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Platform</a:t>
            </a:r>
            <a:r>
              <a:rPr lang="en" sz="1500">
                <a:solidFill>
                  <a:schemeClr val="dk1"/>
                </a:solidFill>
              </a:rPr>
              <a:t>: The hardware and the operating system together are referred to as a platform.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00" name="Google Shape;100;p19" title="download (13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0000" y="1180250"/>
            <a:ext cx="2814406" cy="163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download (14)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3875" y="2301700"/>
            <a:ext cx="2923075" cy="163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324000"/>
            <a:ext cx="8520600" cy="46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222828"/>
                </a:solidFill>
              </a:rPr>
              <a:t>Storage Devices:</a:t>
            </a:r>
            <a:r>
              <a:rPr lang="en" sz="1500">
                <a:solidFill>
                  <a:srgbClr val="222828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</a:rPr>
              <a:t>Storage devices are used to store data. A hard disk is an example of a storage device.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The Web </a:t>
            </a:r>
            <a:r>
              <a:rPr lang="en" sz="1500">
                <a:solidFill>
                  <a:schemeClr val="dk1"/>
                </a:solidFill>
              </a:rPr>
              <a:t>: The Web, also known as the World Wide Web (WWW), is a collection of information that is accessible on the Internet. This information is arranged logically and stored on computers known as Web servers.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 </a:t>
            </a:r>
            <a:r>
              <a:rPr b="1" lang="en" sz="1500">
                <a:solidFill>
                  <a:schemeClr val="dk1"/>
                </a:solidFill>
              </a:rPr>
              <a:t>Password</a:t>
            </a:r>
            <a:r>
              <a:rPr lang="en" sz="1500">
                <a:solidFill>
                  <a:schemeClr val="dk1"/>
                </a:solidFill>
              </a:rPr>
              <a:t>:  A secret code or combination of letters and numbers you use to keep your online accounts secure.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</a:t>
            </a:r>
            <a:endParaRPr sz="1500"/>
          </a:p>
        </p:txBody>
      </p:sp>
      <p:pic>
        <p:nvPicPr>
          <p:cNvPr id="107" name="Google Shape;107;p20" title="download (15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4375" y="809775"/>
            <a:ext cx="3309450" cy="164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565225"/>
            <a:ext cx="8520600" cy="44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Upload </a:t>
            </a:r>
            <a:r>
              <a:rPr lang="en" sz="1500">
                <a:solidFill>
                  <a:schemeClr val="dk1"/>
                </a:solidFill>
              </a:rPr>
              <a:t>– The process of transferring a file from your device to the internet (like uploading a photo to Facebook).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22828"/>
                </a:solidFill>
              </a:rPr>
              <a:t>Link</a:t>
            </a:r>
            <a:r>
              <a:rPr lang="en" sz="1500">
                <a:solidFill>
                  <a:srgbClr val="222828"/>
                </a:solidFill>
              </a:rPr>
              <a:t>: </a:t>
            </a:r>
            <a:r>
              <a:rPr lang="en" sz="1500">
                <a:solidFill>
                  <a:schemeClr val="dk1"/>
                </a:solidFill>
              </a:rPr>
              <a:t>A clickable text or image that takes you to another webpage when you click on it.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Search</a:t>
            </a:r>
            <a:r>
              <a:rPr lang="en" sz="1500">
                <a:solidFill>
                  <a:schemeClr val="dk1"/>
                </a:solidFill>
              </a:rPr>
              <a:t>: Looking for something on the internet using a search engine like Google.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625" y="3012300"/>
            <a:ext cx="2009250" cy="138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3274" y="3105624"/>
            <a:ext cx="1290825" cy="129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74500" y="2965637"/>
            <a:ext cx="1384150" cy="138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474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Chat</a:t>
            </a:r>
            <a:r>
              <a:rPr lang="en" sz="1500">
                <a:solidFill>
                  <a:schemeClr val="dk1"/>
                </a:solidFill>
              </a:rPr>
              <a:t>: A way to communicate with people online, often in real-time, like sending messages through WhatsApp or Facebook Messenger.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Network</a:t>
            </a:r>
            <a:r>
              <a:rPr lang="en" sz="1500">
                <a:solidFill>
                  <a:schemeClr val="dk1"/>
                </a:solidFill>
              </a:rPr>
              <a:t>: A network is a group of computers that are connected to share resources and exchange information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2282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22282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222828"/>
                </a:solidFill>
              </a:rPr>
              <a:t> </a:t>
            </a:r>
            <a:r>
              <a:rPr b="1" lang="en" sz="1500">
                <a:solidFill>
                  <a:srgbClr val="222828"/>
                </a:solidFill>
              </a:rPr>
              <a:t>Local Area Networks</a:t>
            </a:r>
            <a:r>
              <a:rPr lang="en" sz="1500">
                <a:solidFill>
                  <a:srgbClr val="222828"/>
                </a:solidFill>
              </a:rPr>
              <a:t>: </a:t>
            </a:r>
            <a:r>
              <a:rPr lang="en" sz="1500">
                <a:solidFill>
                  <a:schemeClr val="dk1"/>
                </a:solidFill>
              </a:rPr>
              <a:t>A LAN connects devices within a limited area, such as a home or a small group of offices.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663" y="3086175"/>
            <a:ext cx="2447925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2650" y="3086175"/>
            <a:ext cx="285750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47825"/>
            <a:ext cx="8520600" cy="46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File </a:t>
            </a:r>
            <a:r>
              <a:rPr lang="en" sz="1500">
                <a:solidFill>
                  <a:schemeClr val="dk1"/>
                </a:solidFill>
              </a:rPr>
              <a:t>– A collection of data, like a document, photo, or video, stored on your computer or online.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 Internet Service Provider</a:t>
            </a:r>
            <a:r>
              <a:rPr lang="en" sz="1500">
                <a:solidFill>
                  <a:schemeClr val="dk1"/>
                </a:solidFill>
              </a:rPr>
              <a:t>: An ISP is a company that provides Internet connectivity to individuals, businesses, and organizations. (Example: Airtel, Jio etc.)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Download </a:t>
            </a:r>
            <a:r>
              <a:rPr lang="en" sz="1500">
                <a:solidFill>
                  <a:schemeClr val="dk1"/>
                </a:solidFill>
              </a:rPr>
              <a:t>– The process of transferring a file from the internet to your device (like downloading a song or app).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3" title="images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7759" y="1013475"/>
            <a:ext cx="1032750" cy="109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3" title="download (16)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3950" y="962850"/>
            <a:ext cx="3611925" cy="173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