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50c960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50c96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50c960b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50c960b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50c960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50c960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50c960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50c960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50c960b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50c960b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50c960b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50c960b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e50c960b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e50c960b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e50c960b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e50c960b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e50c960b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e50c960b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e50c960b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e50c960b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e50c960b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e50c960b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e50c960b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e50c960b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e50c960b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e50c960b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e50c960b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e50c960b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e50c960b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e50c960b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382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 BULLYING</a:t>
            </a:r>
            <a:endParaRPr/>
          </a:p>
        </p:txBody>
      </p:sp>
      <p:pic>
        <p:nvPicPr>
          <p:cNvPr id="55" name="Google Shape;55;p13" title="download - 2025-04-01T152959.6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025" y="2621500"/>
            <a:ext cx="19050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713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Cyberbullying is </a:t>
            </a:r>
            <a:r>
              <a:rPr b="1" lang="en">
                <a:solidFill>
                  <a:schemeClr val="dk1"/>
                </a:solidFill>
              </a:rPr>
              <a:t>when someone uses the internet, social media, or messages to hurt, embarrass, or threaten another person</a:t>
            </a:r>
            <a:r>
              <a:rPr lang="en">
                <a:solidFill>
                  <a:schemeClr val="dk1"/>
                </a:solidFill>
              </a:rPr>
              <a:t>. It can happen through mean comments, spreading rumors, sharing private pictures, or making fun of someone online.</a:t>
            </a:r>
            <a:endParaRPr/>
          </a:p>
        </p:txBody>
      </p:sp>
      <p:pic>
        <p:nvPicPr>
          <p:cNvPr id="61" name="Google Shape;61;p14" title="download (6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225" y="2520175"/>
            <a:ext cx="3267796" cy="24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Where Cyberbullying Happens</a:t>
            </a:r>
            <a:endParaRPr b="1" sz="25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📱 Social Media (Facebook, Instagram, TikTok, Twitter)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📩 Messaging Apps (WhatsApp, Snapchat, Discord)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🎮 Online Games (Fortnite, PUBG, Roblox)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📧 Emails &amp; Forums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download - 2025-04-01T155328.8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7826" y="2571750"/>
            <a:ext cx="3873650" cy="233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Effects of Cyberbullying</a:t>
            </a:r>
            <a:endParaRPr b="1" sz="25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💔 </a:t>
            </a:r>
            <a:r>
              <a:rPr b="1" lang="en">
                <a:solidFill>
                  <a:schemeClr val="dk1"/>
                </a:solidFill>
              </a:rPr>
              <a:t>Emotional Impact</a:t>
            </a:r>
            <a:r>
              <a:rPr lang="en">
                <a:solidFill>
                  <a:schemeClr val="dk1"/>
                </a:solidFill>
              </a:rPr>
              <a:t> – Stress, anxiety, depression, or low self-esteem.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📉 </a:t>
            </a:r>
            <a:r>
              <a:rPr b="1" lang="en">
                <a:solidFill>
                  <a:schemeClr val="dk1"/>
                </a:solidFill>
              </a:rPr>
              <a:t>School/Work Problems</a:t>
            </a:r>
            <a:r>
              <a:rPr lang="en">
                <a:solidFill>
                  <a:schemeClr val="dk1"/>
                </a:solidFill>
              </a:rPr>
              <a:t> – Poor concentration, lack of motivation.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🚫 </a:t>
            </a:r>
            <a:r>
              <a:rPr b="1" lang="en">
                <a:solidFill>
                  <a:schemeClr val="dk1"/>
                </a:solidFill>
              </a:rPr>
              <a:t>Social Withdrawal</a:t>
            </a:r>
            <a:r>
              <a:rPr lang="en">
                <a:solidFill>
                  <a:schemeClr val="dk1"/>
                </a:solidFill>
              </a:rPr>
              <a:t> – Avoiding friends or public places.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😞 </a:t>
            </a:r>
            <a:r>
              <a:rPr b="1" lang="en">
                <a:solidFill>
                  <a:schemeClr val="dk1"/>
                </a:solidFill>
              </a:rPr>
              <a:t>Self-Harm Risks</a:t>
            </a:r>
            <a:r>
              <a:rPr lang="en">
                <a:solidFill>
                  <a:schemeClr val="dk1"/>
                </a:solidFill>
              </a:rPr>
              <a:t> – In extreme cases, it can lead to self-harm or suicidal thoughts.</a:t>
            </a:r>
            <a:endParaRPr/>
          </a:p>
        </p:txBody>
      </p:sp>
      <p:pic>
        <p:nvPicPr>
          <p:cNvPr id="75" name="Google Shape;75;p16" title="images (49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875" y="2829525"/>
            <a:ext cx="3392850" cy="22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RESPOND TO </a:t>
            </a:r>
            <a:r>
              <a:rPr lang="en"/>
              <a:t>CYBERBULLYING</a:t>
            </a:r>
            <a:endParaRPr/>
          </a:p>
        </p:txBody>
      </p:sp>
      <p:pic>
        <p:nvPicPr>
          <p:cNvPr id="81" name="Google Shape;81;p17" title="images (1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625" y="2752250"/>
            <a:ext cx="3484000" cy="23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Stay Calm &amp; Don’t React Emotionally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❌ What NOT to do: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Don’t reply with anger or insults.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arguing with the bully—it may make things worse.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✅ What to do instead: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Take deep breaths and stay calm.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Remember: Bullies want a reaction. If you don’t engage, they may lose interest.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the message upsets you, take a break before deciding how to respond.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8" name="Google Shape;88;p18" title="download - 2025-04-01T160223.99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3527" y="1152477"/>
            <a:ext cx="2468775" cy="24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247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Don’t Engage – Ignore or Block the Bully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the cyberbullying is mild, sometimes the best response is </a:t>
            </a:r>
            <a:r>
              <a:rPr b="1" lang="en" sz="1500">
                <a:solidFill>
                  <a:schemeClr val="dk1"/>
                </a:solidFill>
              </a:rPr>
              <a:t>no response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How to do this: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Ignore them</a:t>
            </a:r>
            <a:r>
              <a:rPr lang="en" sz="1500">
                <a:solidFill>
                  <a:schemeClr val="dk1"/>
                </a:solidFill>
              </a:rPr>
              <a:t> – Sometimes, bullies lose interest if you don’t react.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Block them</a:t>
            </a:r>
            <a:r>
              <a:rPr lang="en" sz="1500">
                <a:solidFill>
                  <a:schemeClr val="dk1"/>
                </a:solidFill>
              </a:rPr>
              <a:t> – Most platforms allow you to block users so they can’t contact you.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Use Privacy Settings</a:t>
            </a:r>
            <a:r>
              <a:rPr lang="en" sz="1500">
                <a:solidFill>
                  <a:schemeClr val="dk1"/>
                </a:solidFill>
              </a:rPr>
              <a:t> – Adjust your settings so only trusted friends can message or tag you.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5" name="Google Shape;95;p19" title="download - 2025-04-01T160618.44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7163" y="3245000"/>
            <a:ext cx="2654276" cy="18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How to Block Someone on Common Platforms:</a:t>
            </a:r>
            <a:endParaRPr sz="2500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746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Instagram</a:t>
            </a:r>
            <a:r>
              <a:rPr lang="en" sz="1500">
                <a:solidFill>
                  <a:schemeClr val="dk1"/>
                </a:solidFill>
              </a:rPr>
              <a:t>: Go to their profile → Tap "..."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Facebook</a:t>
            </a:r>
            <a:r>
              <a:rPr lang="en" sz="1500">
                <a:solidFill>
                  <a:schemeClr val="dk1"/>
                </a:solidFill>
              </a:rPr>
              <a:t>: Go to their profile → Tap "Friends"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WhatsApp</a:t>
            </a:r>
            <a:r>
              <a:rPr lang="en" sz="1500">
                <a:solidFill>
                  <a:schemeClr val="dk1"/>
                </a:solidFill>
              </a:rPr>
              <a:t>: Open chat → Tap contact name → Scroll down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TikTok</a:t>
            </a:r>
            <a:r>
              <a:rPr lang="en" sz="1500">
                <a:solidFill>
                  <a:schemeClr val="dk1"/>
                </a:solidFill>
              </a:rPr>
              <a:t>: Go to their profile → Tap "..."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Snapchat</a:t>
            </a:r>
            <a:r>
              <a:rPr lang="en" sz="1500">
                <a:solidFill>
                  <a:schemeClr val="dk1"/>
                </a:solidFill>
              </a:rPr>
              <a:t>: Hold down their name → Tap </a:t>
            </a:r>
            <a:r>
              <a:rPr b="1" lang="en" sz="1500">
                <a:solidFill>
                  <a:schemeClr val="dk1"/>
                </a:solidFill>
              </a:rPr>
              <a:t>More</a:t>
            </a:r>
            <a:r>
              <a:rPr lang="en" sz="1500">
                <a:solidFill>
                  <a:schemeClr val="dk1"/>
                </a:solidFill>
              </a:rPr>
              <a:t> → Select </a:t>
            </a:r>
            <a:r>
              <a:rPr b="1" lang="en" sz="1500">
                <a:solidFill>
                  <a:schemeClr val="dk1"/>
                </a:solidFill>
              </a:rPr>
              <a:t>Block</a:t>
            </a:r>
            <a:endParaRPr sz="1500"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125" y="3791588"/>
            <a:ext cx="356235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Document &amp; Save Evidence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If the bullying continues, </a:t>
            </a:r>
            <a:r>
              <a:rPr b="1" lang="en" sz="1500">
                <a:solidFill>
                  <a:schemeClr val="dk1"/>
                </a:solidFill>
              </a:rPr>
              <a:t>keep proof</a:t>
            </a:r>
            <a:r>
              <a:rPr lang="en" sz="1500">
                <a:solidFill>
                  <a:schemeClr val="dk1"/>
                </a:solidFill>
              </a:rPr>
              <a:t> to report it later.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What to save: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Screenshots of offensive messages, posts, or comments.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URLs of harmful content.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Dates and times of incidents.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09" name="Google Shape;109;p21" title="download - 2025-04-01T160923.0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150" y="2835175"/>
            <a:ext cx="3518150" cy="1970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Report the Cyberbullying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Most websites, apps, and schools have rules against bullying. </a:t>
            </a:r>
            <a:r>
              <a:rPr b="1" lang="en" sz="1500">
                <a:solidFill>
                  <a:schemeClr val="dk1"/>
                </a:solidFill>
              </a:rPr>
              <a:t>You can report the bully to: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Social Media &amp; Gaming Platforms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Every major platform has a </a:t>
            </a:r>
            <a:r>
              <a:rPr b="1" lang="en" sz="1500">
                <a:solidFill>
                  <a:schemeClr val="dk1"/>
                </a:solidFill>
              </a:rPr>
              <a:t>"Report" button</a:t>
            </a:r>
            <a:r>
              <a:rPr lang="en" sz="1500">
                <a:solidFill>
                  <a:schemeClr val="dk1"/>
                </a:solidFill>
              </a:rPr>
              <a:t> for harmful content.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Platforms like Facebook, Instagram, Twitter, and TikTok take action against bullying.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6" name="Google Shape;116;p22" title="download - 2025-04-01T161218.6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2700" y="3112400"/>
            <a:ext cx="2711625" cy="20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670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School or Workplace Authorities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cyberbullying involves classmates or colleagues, inform your teacher, school counselor, or HR department.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 title="upset-teen-1320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6600" y="2133175"/>
            <a:ext cx="3964175" cy="26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4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Cybercrime Authorities (For serious cases)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the bullying includes </a:t>
            </a:r>
            <a:r>
              <a:rPr b="1" lang="en">
                <a:solidFill>
                  <a:schemeClr val="dk1"/>
                </a:solidFill>
              </a:rPr>
              <a:t>threats, blackmail, harassment, or leaked personal photos</a:t>
            </a:r>
            <a:r>
              <a:rPr lang="en">
                <a:solidFill>
                  <a:schemeClr val="dk1"/>
                </a:solidFill>
              </a:rPr>
              <a:t>, report it to </a:t>
            </a:r>
            <a:r>
              <a:rPr b="1" lang="en">
                <a:solidFill>
                  <a:schemeClr val="dk1"/>
                </a:solidFill>
              </a:rPr>
              <a:t>law enforcement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cybercrime helplines</a:t>
            </a:r>
            <a:r>
              <a:rPr lang="en">
                <a:solidFill>
                  <a:schemeClr val="dk1"/>
                </a:solidFill>
              </a:rPr>
              <a:t> in your country.</a:t>
            </a:r>
            <a:endParaRPr/>
          </a:p>
        </p:txBody>
      </p:sp>
      <p:pic>
        <p:nvPicPr>
          <p:cNvPr id="128" name="Google Shape;128;p24" title="download - 2025-04-01T161819.78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225" y="2424575"/>
            <a:ext cx="4745650" cy="20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500"/>
              <a:t>Talk to Someone &amp; Get Support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Cyberbullying can be emotionally painful. Don’t deal with it alone!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Who to talk to: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Parents or Guardians</a:t>
            </a:r>
            <a:r>
              <a:rPr lang="en" sz="1500">
                <a:solidFill>
                  <a:schemeClr val="dk1"/>
                </a:solidFill>
              </a:rPr>
              <a:t> – They can guide you on what to do next.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Teachers or School Counselors</a:t>
            </a:r>
            <a:r>
              <a:rPr lang="en" sz="1500">
                <a:solidFill>
                  <a:schemeClr val="dk1"/>
                </a:solidFill>
              </a:rPr>
              <a:t> – If bullying happens at school, they can help.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Friends</a:t>
            </a:r>
            <a:r>
              <a:rPr lang="en" sz="1500">
                <a:solidFill>
                  <a:schemeClr val="dk1"/>
                </a:solidFill>
              </a:rPr>
              <a:t> – Talking to close friends can give you emotional support.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Mental Health Professionals</a:t>
            </a:r>
            <a:r>
              <a:rPr lang="en" sz="1500">
                <a:solidFill>
                  <a:schemeClr val="dk1"/>
                </a:solidFill>
              </a:rPr>
              <a:t> – If you feel anxious or depressed, seek professional help.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6" title="How-to-Help-a-Friend-Reach-Out-for-Support-scale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58" y="0"/>
            <a:ext cx="77114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Stand Up for Others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If you see someone being bullied online, don’t be a silent bystander.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What you can do: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Support the victim</a:t>
            </a:r>
            <a:r>
              <a:rPr lang="en" sz="1500">
                <a:solidFill>
                  <a:schemeClr val="dk1"/>
                </a:solidFill>
              </a:rPr>
              <a:t> – Send them a kind message.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Report the bully</a:t>
            </a:r>
            <a:r>
              <a:rPr lang="en" sz="1500">
                <a:solidFill>
                  <a:schemeClr val="dk1"/>
                </a:solidFill>
              </a:rPr>
              <a:t> – Even if it’s not happening to you, reporting helps stop 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Encourage the victim to seek help</a:t>
            </a:r>
            <a:r>
              <a:rPr lang="en" sz="1500">
                <a:solidFill>
                  <a:schemeClr val="dk1"/>
                </a:solidFill>
              </a:rPr>
              <a:t> – Remind them they are not alone.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46" name="Google Shape;146;p27" title="images (5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7563" y="2781300"/>
            <a:ext cx="193357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Be Proactive &amp; Stay Safe Online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Prevent cyberbullying before it starts!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Tips for Online Safety: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Think Before You Post</a:t>
            </a:r>
            <a:r>
              <a:rPr lang="en" sz="1500">
                <a:solidFill>
                  <a:schemeClr val="dk1"/>
                </a:solidFill>
              </a:rPr>
              <a:t> – Avoid sharing too much personal information.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Use Strong Passwords</a:t>
            </a:r>
            <a:r>
              <a:rPr lang="en" sz="1500">
                <a:solidFill>
                  <a:schemeClr val="dk1"/>
                </a:solidFill>
              </a:rPr>
              <a:t> – To prevent hacking or fake accounts in your name.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Be Selective with Friends</a:t>
            </a:r>
            <a:r>
              <a:rPr lang="en" sz="1500">
                <a:solidFill>
                  <a:schemeClr val="dk1"/>
                </a:solidFill>
              </a:rPr>
              <a:t> – Only accept requests from people you trust.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Keep Accounts Private</a:t>
            </a:r>
            <a:r>
              <a:rPr lang="en" sz="1500">
                <a:solidFill>
                  <a:schemeClr val="dk1"/>
                </a:solidFill>
              </a:rPr>
              <a:t> – Adjust privacy settings on social media.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53" name="Google Shape;153;p28" title="download (6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3850" y="3930598"/>
            <a:ext cx="2425800" cy="12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