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28a072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28a072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8a072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8a072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028a0727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028a0727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28a072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28a072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28a072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28a072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028a072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028a072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028a0727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028a0727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ankbazaar.com/govt-utility/udid-card.html?utm_source=chatgpt.com" TargetMode="External"/><Relationship Id="rId4" Type="http://schemas.openxmlformats.org/officeDocument/2006/relationships/hyperlink" Target="https://www.bankbazaar.com/govt-utility/udid-card.html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ankbazaar.com/govt-utility/udid-card.html?utm_source=chatgpt.com" TargetMode="External"/><Relationship Id="rId4" Type="http://schemas.openxmlformats.org/officeDocument/2006/relationships/hyperlink" Target="https://www.india.gov.in/spotlight/unique-disability-id?utm_source=chatgpt.com" TargetMode="External"/><Relationship Id="rId5" Type="http://schemas.openxmlformats.org/officeDocument/2006/relationships/hyperlink" Target="https://www.india.gov.in/spotlight/unique-disability-id?utm_source=chatgpt.co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0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DISABILITY 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download - 2025-04-04T114518.06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075" y="2719325"/>
            <a:ext cx="5499850" cy="17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70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​The </a:t>
            </a:r>
            <a:r>
              <a:rPr b="1" lang="en">
                <a:solidFill>
                  <a:schemeClr val="dk1"/>
                </a:solidFill>
              </a:rPr>
              <a:t>Unique Disability ID (UDID)</a:t>
            </a:r>
            <a:r>
              <a:rPr lang="en">
                <a:solidFill>
                  <a:schemeClr val="dk1"/>
                </a:solidFill>
              </a:rPr>
              <a:t> is a government initiative in India aimed at providing a unique identification number to every person with disabilities (PwD). This initiative seeks to create a national database of PwDs, ensuring they can easily access various government schemes and benefits.​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download - 2025-04-04T114355.96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329" y="2448200"/>
            <a:ext cx="3318400" cy="24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273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National Database Creation:</a:t>
            </a:r>
            <a:r>
              <a:rPr lang="en" sz="1500">
                <a:solidFill>
                  <a:schemeClr val="dk1"/>
                </a:solidFill>
              </a:rPr>
              <a:t> Establish a comprehensive database of PwDs, capturing their socio-economic and disability details. 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Simplified Access:</a:t>
            </a:r>
            <a:r>
              <a:rPr lang="en" sz="1500">
                <a:solidFill>
                  <a:schemeClr val="dk1"/>
                </a:solidFill>
              </a:rPr>
              <a:t> Enable PwDs to obtain disability certificates and UDID cards through a streamlined online process.​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Benefit Accessibility:</a:t>
            </a:r>
            <a:r>
              <a:rPr lang="en" sz="1500">
                <a:solidFill>
                  <a:schemeClr val="dk1"/>
                </a:solidFill>
              </a:rPr>
              <a:t> Ensure PwDs can effortlessly access government schemes and benefits using their UDID cards.​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218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Single Identification Document:</a:t>
            </a:r>
            <a:r>
              <a:rPr lang="en" sz="1500">
                <a:solidFill>
                  <a:schemeClr val="dk1"/>
                </a:solidFill>
              </a:rPr>
              <a:t> The UDID card serves as the sole document for identification and verification of disability status, eliminating the need for multiple documents.​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Ease of Access to Services:</a:t>
            </a:r>
            <a:r>
              <a:rPr lang="en" sz="1500">
                <a:solidFill>
                  <a:schemeClr val="dk1"/>
                </a:solidFill>
              </a:rPr>
              <a:t> Simplifies the process of availing various government services and benefits tailored for PwDs.​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Transparency and Efficiency:</a:t>
            </a:r>
            <a:r>
              <a:rPr lang="en" sz="1500">
                <a:solidFill>
                  <a:schemeClr val="dk1"/>
                </a:solidFill>
              </a:rPr>
              <a:t> Enhances transparency and efficiency in delivering government benefits to PwDs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Application Process for UDID:</a:t>
            </a:r>
            <a:endParaRPr sz="25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Online Registration: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Visit the official UDID portal:​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on "Register" and fill in personal details, including disability information.​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Upload necessary documents such as a recent photograph, identity proof, address proof, and disability certificate (if available).​</a:t>
            </a:r>
            <a: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BankBazaar</a:t>
            </a:r>
            <a:br>
              <a:rPr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1500" u="sng">
              <a:solidFill>
                <a:srgbClr val="1155CC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Submit the application online.​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Application Processing: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The application is forwarded to the designated medical authority for verification.</a:t>
            </a:r>
            <a:br>
              <a:rPr lang="en" sz="15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1500" u="sng">
              <a:solidFill>
                <a:srgbClr val="1155CC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The medical authority assesses the disability and determines the disability percentage.​</a:t>
            </a:r>
            <a:r>
              <a:rPr lang="en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india.gov.in</a:t>
            </a:r>
            <a:br>
              <a:rPr lang="en" sz="15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endParaRPr sz="1500" u="sng">
              <a:solidFill>
                <a:srgbClr val="1155CC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Upon successful verification, a UDID card is generated.​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352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Card Issuance: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The UDID card is dispatched to the applicant's registered address.​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Applicants can also download an electronic version (e-UDID) from the portal</a:t>
            </a:r>
            <a:endParaRPr sz="1500"/>
          </a:p>
        </p:txBody>
      </p:sp>
      <p:pic>
        <p:nvPicPr>
          <p:cNvPr id="90" name="Google Shape;90;p19" title="images (5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1279" y="2571750"/>
            <a:ext cx="3575475" cy="20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