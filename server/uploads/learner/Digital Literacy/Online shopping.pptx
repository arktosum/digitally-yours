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0632f7bd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0632f7bd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632f7bd5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632f7bd5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0632f7bd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0632f7bd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0632f7bd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0632f7bd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0632f7bd5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0632f7bd5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0632f7bd5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0632f7bd5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40632f7bd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40632f7bd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40632f7bd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40632f7bd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40632f7bd5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40632f7bd5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0632f7bd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0632f7bd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40632f7bd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40632f7bd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40632f7bd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40632f7bd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40632f7bd5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40632f7bd5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40632f7bd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40632f7bd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0632f7bd5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40632f7bd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66533" y="11063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SHOPPING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075" y="2797175"/>
            <a:ext cx="4715433" cy="205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808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Online shopping is when you buy products or services through websites or mobile apps instead of going to a physical store. You can buy anything: clothes, electronics, groceries, books, even food!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" name="Google Shape;61;p14" title="download - 2025-04-07T150735.02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8954" y="2176104"/>
            <a:ext cx="3470225" cy="230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SHOP ONLINE?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1: Choose What You Want to Buy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Think about what you need: clothes, gadgets, groceries,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 a list of the items you want.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images (66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000" y="2905650"/>
            <a:ext cx="3291025" cy="184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55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2: Pick a Reliable Website or App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popular shopping sites/apps in India: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Amazon, Flipkart, Myntra, BigBasket, Snapdeal, JioMart, etc.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Make sure the website is </a:t>
            </a:r>
            <a:r>
              <a:rPr b="1" lang="en" sz="1500">
                <a:solidFill>
                  <a:schemeClr val="dk1"/>
                </a:solidFill>
              </a:rPr>
              <a:t>secure</a:t>
            </a:r>
            <a:r>
              <a:rPr lang="en" sz="1500">
                <a:solidFill>
                  <a:schemeClr val="dk1"/>
                </a:solidFill>
              </a:rPr>
              <a:t>. Look for a </a:t>
            </a:r>
            <a:r>
              <a:rPr b="1" lang="en" sz="1500">
                <a:solidFill>
                  <a:schemeClr val="dk1"/>
                </a:solidFill>
              </a:rPr>
              <a:t>padlock symbol</a:t>
            </a:r>
            <a:r>
              <a:rPr lang="en" sz="1500">
                <a:solidFill>
                  <a:schemeClr val="dk1"/>
                </a:solidFill>
              </a:rPr>
              <a:t> (🔒) in the URL bar, which means it’s safe.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download - 2025-04-07T152454.30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3875" y="2804400"/>
            <a:ext cx="3272950" cy="183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250950" y="60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3: Create an Account (If Needed)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To shop, you might need to sign up with your email, phone number, and password.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Some sites let you shop without an account, but creating one helps you track orders.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6500" y="2048400"/>
            <a:ext cx="3328350" cy="251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4: Search for the Product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Use the </a:t>
            </a:r>
            <a:r>
              <a:rPr b="1" lang="en" sz="1500">
                <a:solidFill>
                  <a:schemeClr val="dk1"/>
                </a:solidFill>
              </a:rPr>
              <a:t>search bar</a:t>
            </a:r>
            <a:r>
              <a:rPr lang="en" sz="1500">
                <a:solidFill>
                  <a:schemeClr val="dk1"/>
                </a:solidFill>
              </a:rPr>
              <a:t> at the top of the website or app.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Type what you’re looking for, like “Bluetooth headphones” or “red running shoes.”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HTH_1060x400_AccessibilityBanners_ProductAdvisor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500" y="2399625"/>
            <a:ext cx="6631874" cy="214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666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5: Check Product Details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the product to see: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Product images</a:t>
            </a:r>
            <a:r>
              <a:rPr lang="en" sz="1500">
                <a:solidFill>
                  <a:schemeClr val="dk1"/>
                </a:solidFill>
              </a:rPr>
              <a:t> (to see how it looks)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Price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Description</a:t>
            </a:r>
            <a:r>
              <a:rPr lang="en" sz="1500">
                <a:solidFill>
                  <a:schemeClr val="dk1"/>
                </a:solidFill>
              </a:rPr>
              <a:t> (features, size, color, etc.)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b="1" lang="en" sz="1500">
                <a:solidFill>
                  <a:schemeClr val="dk1"/>
                </a:solidFill>
              </a:rPr>
              <a:t>Reviews</a:t>
            </a:r>
            <a:r>
              <a:rPr lang="en" sz="1500">
                <a:solidFill>
                  <a:schemeClr val="dk1"/>
                </a:solidFill>
              </a:rPr>
              <a:t> (what other buyers say)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 title="Amazon Product detail pag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6: Add to Cart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like the product, click </a:t>
            </a:r>
            <a:r>
              <a:rPr b="1" lang="en" sz="1500">
                <a:solidFill>
                  <a:schemeClr val="dk1"/>
                </a:solidFill>
              </a:rPr>
              <a:t>“Add to Cart”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Your cart is like a shopping bag where all the items you want are saved.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04" name="Google Shape;104;p21" title="download (8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8500" y="2397075"/>
            <a:ext cx="246697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6361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7: Review Your Cart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Go to the cart (usually a shopping bag icon 🛍️).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Check if everything is correct: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Right </a:t>
            </a:r>
            <a:r>
              <a:rPr b="1" lang="en" sz="1500">
                <a:solidFill>
                  <a:schemeClr val="dk1"/>
                </a:solidFill>
              </a:rPr>
              <a:t>size, color, quantity</a:t>
            </a:r>
            <a:r>
              <a:rPr lang="en" sz="1500">
                <a:solidFill>
                  <a:schemeClr val="dk1"/>
                </a:solidFill>
              </a:rPr>
              <a:t>, etc.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If you want to remove or add more items, you can do that here.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0" name="Google Shape;110;p22" title="download (8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4288" y="3187425"/>
            <a:ext cx="2447925" cy="186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5956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8: Proceed to Checkout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on </a:t>
            </a:r>
            <a:r>
              <a:rPr b="1" lang="en" sz="1500">
                <a:solidFill>
                  <a:schemeClr val="dk1"/>
                </a:solidFill>
              </a:rPr>
              <a:t>“Proceed to Checkout”</a:t>
            </a:r>
            <a:r>
              <a:rPr lang="en" sz="1500">
                <a:solidFill>
                  <a:schemeClr val="dk1"/>
                </a:solidFill>
              </a:rPr>
              <a:t> when you’re ready to buy.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Enter your </a:t>
            </a:r>
            <a:r>
              <a:rPr b="1" lang="en" sz="1500">
                <a:solidFill>
                  <a:schemeClr val="dk1"/>
                </a:solidFill>
              </a:rPr>
              <a:t>shipping address</a:t>
            </a:r>
            <a:r>
              <a:rPr lang="en" sz="1500">
                <a:solidFill>
                  <a:schemeClr val="dk1"/>
                </a:solidFill>
              </a:rPr>
              <a:t> (where you want the item delivered).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Choose a </a:t>
            </a:r>
            <a:r>
              <a:rPr b="1" lang="en" sz="1500">
                <a:solidFill>
                  <a:schemeClr val="dk1"/>
                </a:solidFill>
              </a:rPr>
              <a:t>payment method</a:t>
            </a:r>
            <a:r>
              <a:rPr lang="en" sz="1500">
                <a:solidFill>
                  <a:schemeClr val="dk1"/>
                </a:solidFill>
              </a:rPr>
              <a:t> (more on this below).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4372" y="2130250"/>
            <a:ext cx="2249751" cy="301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230700" y="413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9: Choose a Payment Method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You can pay in several ways: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Cash on Delivery (COD):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You pay when the product is delivered to your home.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Best if you don’t have online payment options.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Online Payment (Credit/Debit Card, UPI, Net Banking):</a:t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Enter your card details or UPI ID.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Use </a:t>
            </a:r>
            <a:r>
              <a:rPr b="1" lang="en" sz="1500">
                <a:solidFill>
                  <a:schemeClr val="dk1"/>
                </a:solidFill>
              </a:rPr>
              <a:t>secure payment gateways</a:t>
            </a:r>
            <a:r>
              <a:rPr lang="en" sz="1500">
                <a:solidFill>
                  <a:schemeClr val="dk1"/>
                </a:solidFill>
              </a:rPr>
              <a:t>—you’ll often get an </a:t>
            </a:r>
            <a:r>
              <a:rPr b="1" lang="en" sz="1500">
                <a:solidFill>
                  <a:schemeClr val="dk1"/>
                </a:solidFill>
              </a:rPr>
              <a:t>OTP</a:t>
            </a:r>
            <a:r>
              <a:rPr lang="en" sz="1500">
                <a:solidFill>
                  <a:schemeClr val="dk1"/>
                </a:solidFill>
              </a:rPr>
              <a:t> (One-Time Password) to confirm.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6775" y="714525"/>
            <a:ext cx="3237225" cy="26437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Mobile Wallets: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Use apps like </a:t>
            </a:r>
            <a:r>
              <a:rPr b="1" lang="en" sz="1500">
                <a:solidFill>
                  <a:schemeClr val="dk1"/>
                </a:solidFill>
              </a:rPr>
              <a:t>Paytm, PhonePe, Google Pay</a:t>
            </a:r>
            <a:r>
              <a:rPr lang="en" sz="1500">
                <a:solidFill>
                  <a:schemeClr val="dk1"/>
                </a:solidFill>
              </a:rPr>
              <a:t> to pay quickly.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EMI (Easy Monthly Installments):</a:t>
            </a:r>
            <a:br>
              <a:rPr b="1" lang="en" sz="1500">
                <a:solidFill>
                  <a:schemeClr val="dk1"/>
                </a:solidFill>
              </a:rPr>
            </a:b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If the item is expensive, you can pay in monthly installments (if eligible).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6158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10: Confirm &amp; Place Your Order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Review everything: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Product details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Address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Payment method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</a:t>
            </a:r>
            <a:r>
              <a:rPr b="1" lang="en" sz="1500">
                <a:solidFill>
                  <a:schemeClr val="dk1"/>
                </a:solidFill>
              </a:rPr>
              <a:t>“Place Order”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You’ll get an </a:t>
            </a:r>
            <a:r>
              <a:rPr b="1" lang="en" sz="1500">
                <a:solidFill>
                  <a:schemeClr val="dk1"/>
                </a:solidFill>
              </a:rPr>
              <a:t>order confirmation</a:t>
            </a:r>
            <a:r>
              <a:rPr lang="en" sz="1500">
                <a:solidFill>
                  <a:schemeClr val="dk1"/>
                </a:solidFill>
              </a:rPr>
              <a:t> with an estimated delivery date.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3" name="Google Shape;133;p26" title="1_mC0q9Nkg1Fj7zqUe6oXuDg.jpg"/>
          <p:cNvPicPr preferRelativeResize="0"/>
          <p:nvPr/>
        </p:nvPicPr>
        <p:blipFill rotWithShape="1">
          <a:blip r:embed="rId3">
            <a:alphaModFix/>
          </a:blip>
          <a:srcRect b="0" l="42186" r="0" t="0"/>
          <a:stretch/>
        </p:blipFill>
        <p:spPr>
          <a:xfrm>
            <a:off x="5116425" y="896473"/>
            <a:ext cx="3530324" cy="2682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585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11: Track Your Order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After ordering, go to your account and check </a:t>
            </a:r>
            <a:r>
              <a:rPr b="1" lang="en" sz="1500">
                <a:solidFill>
                  <a:schemeClr val="dk1"/>
                </a:solidFill>
              </a:rPr>
              <a:t>“My Orders”</a:t>
            </a:r>
            <a:r>
              <a:rPr lang="en" sz="1500">
                <a:solidFill>
                  <a:schemeClr val="dk1"/>
                </a:solidFill>
              </a:rPr>
              <a:t>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You can track your package in real-time and see when it’s out for delivery.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1500" y="2042850"/>
            <a:ext cx="3914624" cy="2704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idx="1" type="body"/>
          </p:nvPr>
        </p:nvSpPr>
        <p:spPr>
          <a:xfrm>
            <a:off x="311700" y="575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Step 12: Receive the Product</a:t>
            </a:r>
            <a:endParaRPr b="1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When the delivery person comes, check the package: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Is it in good condition?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</a:rPr>
              <a:t>Is it the right product?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everything is okay, accept the package.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If you paid by COD, pay the delivery person.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45" name="Google Shape;14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454" y="1801479"/>
            <a:ext cx="3439800" cy="228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