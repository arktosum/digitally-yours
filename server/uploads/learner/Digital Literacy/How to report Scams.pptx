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e4dfce51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e4dfce51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e4dfce51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e4dfce51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e4dfce51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e4dfce51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e4dfce51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e4dfce51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e4dfce51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e4dfce51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ybercrime.gov.in/" TargetMode="External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eport-Online-Scams-in-India-696x36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220500"/>
            <a:ext cx="8991600" cy="4702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69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you believe you have encountered an online scam in India, it’s essential to report it to the appropriate authorities.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4" title="download - 2025-04-01T121024.1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7000" y="1717900"/>
            <a:ext cx="226930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/>
              <a:t>Cyber Crime Portal</a:t>
            </a:r>
            <a:r>
              <a:rPr lang="en" sz="1800"/>
              <a:t>:</a:t>
            </a:r>
            <a:endParaRPr sz="1800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349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India’s </a:t>
            </a:r>
            <a:r>
              <a:rPr b="1" lang="en" sz="1500">
                <a:solidFill>
                  <a:schemeClr val="dk1"/>
                </a:solidFill>
              </a:rPr>
              <a:t>National Cyber Crime Reporting Portal</a:t>
            </a:r>
            <a:r>
              <a:rPr lang="en" sz="1500">
                <a:solidFill>
                  <a:schemeClr val="dk1"/>
                </a:solidFill>
              </a:rPr>
              <a:t> (</a:t>
            </a:r>
            <a:r>
              <a:rPr lang="en" sz="15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cybercrime.gov.in</a:t>
            </a:r>
            <a:r>
              <a:rPr lang="en" sz="1500">
                <a:solidFill>
                  <a:schemeClr val="dk1"/>
                </a:solidFill>
              </a:rPr>
              <a:t>) is an official platform for reporting cybercrime, including online scams, fraud, and abuse.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file complaints related to </a:t>
            </a:r>
            <a:r>
              <a:rPr b="1" lang="en" sz="1500">
                <a:solidFill>
                  <a:schemeClr val="dk1"/>
                </a:solidFill>
              </a:rPr>
              <a:t>phishing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online fraud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identity theft</a:t>
            </a:r>
            <a:r>
              <a:rPr lang="en" sz="1500">
                <a:solidFill>
                  <a:schemeClr val="dk1"/>
                </a:solidFill>
              </a:rPr>
              <a:t>, and other cybercrimes.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7" name="Google Shape;67;p15" title="download - 2025-04-01T121322.89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6388" y="3043613"/>
            <a:ext cx="229552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RBI CONSUMER PROTECTION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360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you fall victim to a financial scam involving a bank or financial institution, report it to the </a:t>
            </a:r>
            <a:r>
              <a:rPr b="1" lang="en">
                <a:solidFill>
                  <a:schemeClr val="dk1"/>
                </a:solidFill>
              </a:rPr>
              <a:t>Reserve Bank of India</a:t>
            </a:r>
            <a:r>
              <a:rPr lang="en">
                <a:solidFill>
                  <a:schemeClr val="dk1"/>
                </a:solidFill>
              </a:rPr>
              <a:t> (RBI) via their </a:t>
            </a:r>
            <a:r>
              <a:rPr b="1" lang="en">
                <a:solidFill>
                  <a:schemeClr val="dk1"/>
                </a:solidFill>
              </a:rPr>
              <a:t>Banking Ombudsman Scheme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download - 2025-04-01T121536.41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6750" y="2730853"/>
            <a:ext cx="3310500" cy="22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CONSUMER HELPLINE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You can also contact the </a:t>
            </a:r>
            <a:r>
              <a:rPr b="1" lang="en" sz="1800">
                <a:solidFill>
                  <a:schemeClr val="dk1"/>
                </a:solidFill>
              </a:rPr>
              <a:t>National Consumer Helpline</a:t>
            </a:r>
            <a:r>
              <a:rPr lang="en" sz="1800">
                <a:solidFill>
                  <a:schemeClr val="dk1"/>
                </a:solidFill>
              </a:rPr>
              <a:t> at </a:t>
            </a:r>
            <a:r>
              <a:rPr b="1" lang="en" sz="1800">
                <a:solidFill>
                  <a:schemeClr val="dk1"/>
                </a:solidFill>
              </a:rPr>
              <a:t>1915</a:t>
            </a:r>
            <a:r>
              <a:rPr lang="en" sz="1800">
                <a:solidFill>
                  <a:schemeClr val="dk1"/>
                </a:solidFill>
              </a:rPr>
              <a:t> (toll-free) for guidance and to lodge complaints related to scams involving consumer products and services.</a:t>
            </a:r>
            <a:endParaRPr sz="1800"/>
          </a:p>
        </p:txBody>
      </p:sp>
      <p:pic>
        <p:nvPicPr>
          <p:cNvPr id="81" name="Google Shape;81;p17" title="download (6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601" y="2447126"/>
            <a:ext cx="2469200" cy="229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POLICE AND LAW ENFORCEMENT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you’ve been scammed, it’s essential to inform your local police station or file an online FIR through the </a:t>
            </a:r>
            <a:r>
              <a:rPr b="1" lang="en" sz="1800">
                <a:solidFill>
                  <a:schemeClr val="dk1"/>
                </a:solidFill>
              </a:rPr>
              <a:t>e-FIR</a:t>
            </a:r>
            <a:r>
              <a:rPr lang="en" sz="1800">
                <a:solidFill>
                  <a:schemeClr val="dk1"/>
                </a:solidFill>
              </a:rPr>
              <a:t> system available on most state police websites.</a:t>
            </a:r>
            <a:endParaRPr sz="1800"/>
          </a:p>
        </p:txBody>
      </p:sp>
      <p:pic>
        <p:nvPicPr>
          <p:cNvPr id="88" name="Google Shape;88;p18" title="download - 2025-04-01T123053.75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6463" y="2473100"/>
            <a:ext cx="3791075" cy="214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