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b1ff57b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b1ff57b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b1ff57b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b1ff57b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b1ff57b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b1ff57b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b1ff57bd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b1ff57bd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1ff57bd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b1ff57bd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b1ff57bd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b1ff57bd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a967e12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a967e12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LITERACY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literacy allows people to quickly find information online. For example, students can use search engines like Google to research their assignments or look up answers to their questions.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tools make communication faster and easier. People can stay connected through emails, video calls, and messaging apps like WhatsApp and Zoom, regardless of their location.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1" name="Google Shape;61;p14" title="openart-image_pXDHfPQz_1742813413039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750" y="2936250"/>
            <a:ext cx="2308500" cy="204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72450" y="403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jobs today require digital skills. Knowing how to use Microsoft Office, manage social media, or code can improve career opportunities and increase employability.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literacy helps individuals recognize online threats such as phishing scams and fake websites. By understanding online safety, users can protect their personal information and avoid cyber risks.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7" name="Google Shape;67;p15" title="openart-image_VCYQ2_uu_1742813413032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063" y="2571750"/>
            <a:ext cx="2419876" cy="241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people become too dependent on digital tools. For example, students might rely on spell-checkers instead of improving their spelling skills.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internet is full of false information, and not everyone knows how to fact-check sources. Fake news spreads quickly on social media, making it difficult to distinguish between real and misleading content.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4" name="Google Shape;74;p16" title="openart-image_S2SETUGI_1742813756153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750" y="2754000"/>
            <a:ext cx="2650949" cy="238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00325" y="43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websites and apps collect personal data, which can be misused. Without proper knowledge of privacy settings, users may unintentionally expose their personal information.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everyone has equal access to technology. While some people have high-speed internet and advanced gadgets, others struggle with limited access, creating an unfair digital gap.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0" name="Google Shape;80;p17" title="openart-image_wdJS6qrz_1742813785431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813" y="2349000"/>
            <a:ext cx="3101624" cy="255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br>
              <a:rPr lang="en"/>
            </a:b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rural areas lack proper internet access and digital devices, making it difficult for people to learn and work online.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Technology is constantly evolving, and users must continuously update their skills to stay relevant. New software, apps, and social media trends require ongoing learning.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7" name="Google Shape;87;p18" title="images (1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775" y="2927825"/>
            <a:ext cx="2124550" cy="21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54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people, especially older generations, struggle to use digital tools effectively. Tasks like online banking or accessing government services can be difficult for those unfamiliar with technology.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3" name="Google Shape;93;p19" title="images (1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950" y="1951275"/>
            <a:ext cx="3671150" cy="24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54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Excessive screen time can negatively impact health and well-being. Many children and adults spend too much time on digital devices, reducing physical activity and face-to-face interactions.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people do not fully understand online safety. Clicking on suspicious links or sharing sensitive information can lead to security breaches.</a:t>
            </a: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