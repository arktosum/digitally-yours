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b1c09d21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b1c09d21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b1c09d21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b1c09d21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b1c09d211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3b1c09d211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3b1c09d211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3b1c09d211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3b1c09d211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3b1c09d21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3b1c09d21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3b1c09d21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3b1c09d21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3b1c09d21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3b1c09d21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3b1c09d21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3b1c09d21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3b1c09d21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3b1c09d21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3b1c09d21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geeksforgeeks.org/google-chrome-browser/" TargetMode="External"/><Relationship Id="rId4"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eeksforgeeks.org/mozilla-firefox-browser/" TargetMode="External"/><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geeksforgeeks.org/apple-safari-browser/" TargetMode="Externa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geeksforgeeks.org/microsoft-edge-browser/" TargetMode="Externa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33890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WEB BROWSING</a:t>
            </a:r>
            <a:endParaRPr/>
          </a:p>
        </p:txBody>
      </p:sp>
      <p:pic>
        <p:nvPicPr>
          <p:cNvPr id="55" name="Google Shape;55;p13" title="download (29).jpg"/>
          <p:cNvPicPr preferRelativeResize="0"/>
          <p:nvPr/>
        </p:nvPicPr>
        <p:blipFill>
          <a:blip r:embed="rId3">
            <a:alphaModFix/>
          </a:blip>
          <a:stretch>
            <a:fillRect/>
          </a:stretch>
        </p:blipFill>
        <p:spPr>
          <a:xfrm>
            <a:off x="2116050" y="2488800"/>
            <a:ext cx="4911900" cy="2455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92700" y="5753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500">
                <a:solidFill>
                  <a:srgbClr val="273239"/>
                </a:solidFill>
                <a:highlight>
                  <a:srgbClr val="FFFFFF"/>
                </a:highlight>
              </a:rPr>
              <a:t>A web browser helps us find information anywhere on the internet. It is installed on the client computer and requests information from the web server such a type of working model is called a client-server model.</a:t>
            </a:r>
            <a:endParaRPr sz="1500"/>
          </a:p>
        </p:txBody>
      </p:sp>
      <p:pic>
        <p:nvPicPr>
          <p:cNvPr id="61" name="Google Shape;61;p14"/>
          <p:cNvPicPr preferRelativeResize="0"/>
          <p:nvPr/>
        </p:nvPicPr>
        <p:blipFill>
          <a:blip r:embed="rId3">
            <a:alphaModFix/>
          </a:blip>
          <a:stretch>
            <a:fillRect/>
          </a:stretch>
        </p:blipFill>
        <p:spPr>
          <a:xfrm>
            <a:off x="2592525" y="1942225"/>
            <a:ext cx="2686050" cy="2857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None/>
            </a:pPr>
            <a:r>
              <a:rPr b="1" lang="en" sz="1500">
                <a:solidFill>
                  <a:srgbClr val="273239"/>
                </a:solidFill>
                <a:highlight>
                  <a:srgbClr val="FFFFFF"/>
                </a:highlight>
              </a:rPr>
              <a:t>1. </a:t>
            </a:r>
            <a:r>
              <a:rPr lang="en" sz="1500" u="sng">
                <a:solidFill>
                  <a:schemeClr val="hlink"/>
                </a:solidFill>
                <a:highlight>
                  <a:srgbClr val="FFFFFF"/>
                </a:highlight>
                <a:hlinkClick r:id="rId3"/>
              </a:rPr>
              <a:t>Google Chrome:</a:t>
            </a:r>
            <a:endParaRPr sz="1500" u="sng">
              <a:solidFill>
                <a:schemeClr val="hlink"/>
              </a:solidFill>
              <a:highlight>
                <a:srgbClr val="FFFFFF"/>
              </a:highlight>
            </a:endParaRPr>
          </a:p>
          <a:p>
            <a:pPr indent="0" lvl="0" marL="0" rtl="0" algn="just">
              <a:spcBef>
                <a:spcPts val="1800"/>
              </a:spcBef>
              <a:spcAft>
                <a:spcPts val="0"/>
              </a:spcAft>
              <a:buNone/>
            </a:pPr>
            <a:r>
              <a:rPr lang="en" sz="1500">
                <a:solidFill>
                  <a:srgbClr val="273239"/>
                </a:solidFill>
                <a:highlight>
                  <a:srgbClr val="FFFFFF"/>
                </a:highlight>
              </a:rPr>
              <a:t>Developed by Google, Chrome is one of the most widely-used web browsers in the world, known for its speed and simplicity.</a:t>
            </a:r>
            <a:endParaRPr sz="1500">
              <a:solidFill>
                <a:srgbClr val="273239"/>
              </a:solidFill>
              <a:highlight>
                <a:srgbClr val="FFFFFF"/>
              </a:highlight>
            </a:endParaRPr>
          </a:p>
          <a:p>
            <a:pPr indent="0" lvl="0" marL="0" rtl="0" algn="l">
              <a:spcBef>
                <a:spcPts val="800"/>
              </a:spcBef>
              <a:spcAft>
                <a:spcPts val="1200"/>
              </a:spcAft>
              <a:buNone/>
            </a:pPr>
            <a:r>
              <a:t/>
            </a:r>
            <a:endParaRPr sz="1500"/>
          </a:p>
        </p:txBody>
      </p:sp>
      <p:pic>
        <p:nvPicPr>
          <p:cNvPr id="68" name="Google Shape;68;p15" title="download (36).jpg"/>
          <p:cNvPicPr preferRelativeResize="0"/>
          <p:nvPr/>
        </p:nvPicPr>
        <p:blipFill>
          <a:blip r:embed="rId4">
            <a:alphaModFix/>
          </a:blip>
          <a:stretch>
            <a:fillRect/>
          </a:stretch>
        </p:blipFill>
        <p:spPr>
          <a:xfrm>
            <a:off x="3662438" y="2425738"/>
            <a:ext cx="2143125" cy="2143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idx="1" type="body"/>
          </p:nvPr>
        </p:nvSpPr>
        <p:spPr>
          <a:xfrm>
            <a:off x="311700" y="555100"/>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 sz="1500">
                <a:solidFill>
                  <a:srgbClr val="273239"/>
                </a:solidFill>
                <a:highlight>
                  <a:srgbClr val="FFFFFF"/>
                </a:highlight>
              </a:rPr>
              <a:t>2. </a:t>
            </a:r>
            <a:r>
              <a:rPr lang="en" sz="1500" u="sng">
                <a:solidFill>
                  <a:schemeClr val="hlink"/>
                </a:solidFill>
                <a:highlight>
                  <a:srgbClr val="FFFFFF"/>
                </a:highlight>
                <a:hlinkClick r:id="rId3"/>
              </a:rPr>
              <a:t>Mozilla Firefox:</a:t>
            </a:r>
            <a:endParaRPr sz="1500" u="sng">
              <a:solidFill>
                <a:schemeClr val="hlink"/>
              </a:solidFill>
              <a:highlight>
                <a:srgbClr val="FFFFFF"/>
              </a:highlight>
            </a:endParaRPr>
          </a:p>
          <a:p>
            <a:pPr indent="0" lvl="0" marL="0" rtl="0" algn="just">
              <a:spcBef>
                <a:spcPts val="1800"/>
              </a:spcBef>
              <a:spcAft>
                <a:spcPts val="0"/>
              </a:spcAft>
              <a:buClr>
                <a:schemeClr val="dk1"/>
              </a:buClr>
              <a:buSzPts val="1100"/>
              <a:buFont typeface="Arial"/>
              <a:buNone/>
            </a:pPr>
            <a:r>
              <a:rPr lang="en" sz="1500">
                <a:solidFill>
                  <a:srgbClr val="273239"/>
                </a:solidFill>
                <a:highlight>
                  <a:srgbClr val="FFFFFF"/>
                </a:highlight>
              </a:rPr>
              <a:t>Developed by the Mozilla Foundation, Firefox is an open-source browser that is known for its privacy features and customization options.</a:t>
            </a:r>
            <a:endParaRPr sz="1500">
              <a:solidFill>
                <a:srgbClr val="273239"/>
              </a:solidFill>
              <a:highlight>
                <a:srgbClr val="FFFFFF"/>
              </a:highlight>
            </a:endParaRPr>
          </a:p>
          <a:p>
            <a:pPr indent="0" lvl="0" marL="0" rtl="0" algn="l">
              <a:spcBef>
                <a:spcPts val="800"/>
              </a:spcBef>
              <a:spcAft>
                <a:spcPts val="1200"/>
              </a:spcAft>
              <a:buNone/>
            </a:pPr>
            <a:r>
              <a:t/>
            </a:r>
            <a:endParaRPr sz="1500"/>
          </a:p>
        </p:txBody>
      </p:sp>
      <p:pic>
        <p:nvPicPr>
          <p:cNvPr id="74" name="Google Shape;74;p16" title="download (37).jpg"/>
          <p:cNvPicPr preferRelativeResize="0"/>
          <p:nvPr/>
        </p:nvPicPr>
        <p:blipFill>
          <a:blip r:embed="rId4">
            <a:alphaModFix/>
          </a:blip>
          <a:stretch>
            <a:fillRect/>
          </a:stretch>
        </p:blipFill>
        <p:spPr>
          <a:xfrm>
            <a:off x="3308063" y="2127938"/>
            <a:ext cx="2143125" cy="2143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idx="1" type="body"/>
          </p:nvPr>
        </p:nvSpPr>
        <p:spPr>
          <a:xfrm>
            <a:off x="311700" y="595600"/>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lang="en" sz="1500" u="sng">
                <a:solidFill>
                  <a:schemeClr val="hlink"/>
                </a:solidFill>
                <a:highlight>
                  <a:srgbClr val="FFFFFF"/>
                </a:highlight>
                <a:hlinkClick r:id="rId3"/>
              </a:rPr>
              <a:t>Apple Safari:</a:t>
            </a:r>
            <a:endParaRPr sz="1500" u="sng">
              <a:solidFill>
                <a:schemeClr val="hlink"/>
              </a:solidFill>
              <a:highlight>
                <a:srgbClr val="FFFFFF"/>
              </a:highlight>
            </a:endParaRPr>
          </a:p>
          <a:p>
            <a:pPr indent="0" lvl="0" marL="0" rtl="0" algn="just">
              <a:spcBef>
                <a:spcPts val="1800"/>
              </a:spcBef>
              <a:spcAft>
                <a:spcPts val="0"/>
              </a:spcAft>
              <a:buClr>
                <a:schemeClr val="dk1"/>
              </a:buClr>
              <a:buSzPts val="1100"/>
              <a:buFont typeface="Arial"/>
              <a:buNone/>
            </a:pPr>
            <a:r>
              <a:rPr lang="en" sz="1500">
                <a:solidFill>
                  <a:srgbClr val="273239"/>
                </a:solidFill>
                <a:highlight>
                  <a:srgbClr val="FFFFFF"/>
                </a:highlight>
              </a:rPr>
              <a:t>Developed by Apple, Safari is the default browser on Mac and iOS devices and is known for its speed and integration with other Apple products.</a:t>
            </a:r>
            <a:endParaRPr sz="1500">
              <a:solidFill>
                <a:srgbClr val="273239"/>
              </a:solidFill>
              <a:highlight>
                <a:srgbClr val="FFFFFF"/>
              </a:highlight>
            </a:endParaRPr>
          </a:p>
          <a:p>
            <a:pPr indent="0" lvl="0" marL="0" rtl="0" algn="l">
              <a:spcBef>
                <a:spcPts val="800"/>
              </a:spcBef>
              <a:spcAft>
                <a:spcPts val="1200"/>
              </a:spcAft>
              <a:buNone/>
            </a:pPr>
            <a:r>
              <a:t/>
            </a:r>
            <a:endParaRPr sz="1500"/>
          </a:p>
        </p:txBody>
      </p:sp>
      <p:pic>
        <p:nvPicPr>
          <p:cNvPr id="80" name="Google Shape;80;p17" title="download (38).jpg"/>
          <p:cNvPicPr preferRelativeResize="0"/>
          <p:nvPr/>
        </p:nvPicPr>
        <p:blipFill>
          <a:blip r:embed="rId4">
            <a:alphaModFix/>
          </a:blip>
          <a:stretch>
            <a:fillRect/>
          </a:stretch>
        </p:blipFill>
        <p:spPr>
          <a:xfrm>
            <a:off x="2581575" y="2136379"/>
            <a:ext cx="3529475" cy="2199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idx="1" type="body"/>
          </p:nvPr>
        </p:nvSpPr>
        <p:spPr>
          <a:xfrm>
            <a:off x="311700" y="686725"/>
            <a:ext cx="8520600" cy="34164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 sz="1500">
                <a:solidFill>
                  <a:srgbClr val="273239"/>
                </a:solidFill>
                <a:highlight>
                  <a:srgbClr val="FFFFFF"/>
                </a:highlight>
              </a:rPr>
              <a:t>. </a:t>
            </a:r>
            <a:r>
              <a:rPr lang="en" sz="1500" u="sng">
                <a:solidFill>
                  <a:schemeClr val="hlink"/>
                </a:solidFill>
                <a:highlight>
                  <a:srgbClr val="FFFFFF"/>
                </a:highlight>
                <a:hlinkClick r:id="rId3"/>
              </a:rPr>
              <a:t>Microsoft Edge:</a:t>
            </a:r>
            <a:endParaRPr sz="1500" u="sng">
              <a:solidFill>
                <a:schemeClr val="hlink"/>
              </a:solidFill>
              <a:highlight>
                <a:srgbClr val="FFFFFF"/>
              </a:highlight>
            </a:endParaRPr>
          </a:p>
          <a:p>
            <a:pPr indent="0" lvl="0" marL="0" rtl="0" algn="just">
              <a:spcBef>
                <a:spcPts val="1800"/>
              </a:spcBef>
              <a:spcAft>
                <a:spcPts val="0"/>
              </a:spcAft>
              <a:buClr>
                <a:schemeClr val="dk1"/>
              </a:buClr>
              <a:buSzPts val="1100"/>
              <a:buFont typeface="Arial"/>
              <a:buNone/>
            </a:pPr>
            <a:r>
              <a:rPr lang="en" sz="1500">
                <a:solidFill>
                  <a:srgbClr val="273239"/>
                </a:solidFill>
                <a:highlight>
                  <a:srgbClr val="FFFFFF"/>
                </a:highlight>
              </a:rPr>
              <a:t>Developed by Microsoft, Edge is the default browser on Windows 10 and is known for its integration with other Microsoft products and services.</a:t>
            </a:r>
            <a:endParaRPr sz="1500">
              <a:solidFill>
                <a:srgbClr val="273239"/>
              </a:solidFill>
              <a:highlight>
                <a:srgbClr val="FFFFFF"/>
              </a:highlight>
            </a:endParaRPr>
          </a:p>
          <a:p>
            <a:pPr indent="0" lvl="0" marL="0" rtl="0" algn="l">
              <a:spcBef>
                <a:spcPts val="800"/>
              </a:spcBef>
              <a:spcAft>
                <a:spcPts val="1200"/>
              </a:spcAft>
              <a:buNone/>
            </a:pPr>
            <a:r>
              <a:t/>
            </a:r>
            <a:endParaRPr sz="1500"/>
          </a:p>
        </p:txBody>
      </p:sp>
      <p:pic>
        <p:nvPicPr>
          <p:cNvPr id="86" name="Google Shape;86;p18" title="download (39).jpg"/>
          <p:cNvPicPr preferRelativeResize="0"/>
          <p:nvPr/>
        </p:nvPicPr>
        <p:blipFill>
          <a:blip r:embed="rId4">
            <a:alphaModFix/>
          </a:blip>
          <a:stretch>
            <a:fillRect/>
          </a:stretch>
        </p:blipFill>
        <p:spPr>
          <a:xfrm>
            <a:off x="3368813" y="2259563"/>
            <a:ext cx="2143125" cy="2143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WEBSITE COOKIES</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Clr>
                <a:schemeClr val="dk1"/>
              </a:buClr>
              <a:buSzPts val="1100"/>
              <a:buFont typeface="Arial"/>
              <a:buNone/>
            </a:pPr>
            <a:r>
              <a:rPr lang="en" sz="1500">
                <a:solidFill>
                  <a:srgbClr val="273239"/>
                </a:solidFill>
                <a:highlight>
                  <a:srgbClr val="FFFFFF"/>
                </a:highlight>
              </a:rPr>
              <a:t>When we visited any website over the internet our web browser stores information about us in small files called cookies. Cookies are designed to remember stateful information about our browsing history. Some more cookies are used to remember about us like our interests, our browsing patterns, etc. Websites show us ads based on our interests using cookies.</a:t>
            </a:r>
            <a:endParaRPr sz="1500">
              <a:solidFill>
                <a:srgbClr val="273239"/>
              </a:solidFill>
              <a:highlight>
                <a:srgbClr val="FFFFFF"/>
              </a:highlight>
            </a:endParaRPr>
          </a:p>
          <a:p>
            <a:pPr indent="0" lvl="0" marL="0" rtl="0" algn="l">
              <a:spcBef>
                <a:spcPts val="800"/>
              </a:spcBef>
              <a:spcAft>
                <a:spcPts val="1200"/>
              </a:spcAft>
              <a:buNone/>
            </a:pPr>
            <a:r>
              <a:t/>
            </a:r>
            <a:endParaRPr sz="1500"/>
          </a:p>
        </p:txBody>
      </p:sp>
      <p:pic>
        <p:nvPicPr>
          <p:cNvPr id="93" name="Google Shape;93;p19" title="download (13).png"/>
          <p:cNvPicPr preferRelativeResize="0"/>
          <p:nvPr/>
        </p:nvPicPr>
        <p:blipFill>
          <a:blip r:embed="rId3">
            <a:alphaModFix/>
          </a:blip>
          <a:stretch>
            <a:fillRect/>
          </a:stretch>
        </p:blipFill>
        <p:spPr>
          <a:xfrm>
            <a:off x="2019574" y="2662874"/>
            <a:ext cx="4961200" cy="2126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NAVIGATING WEBSITES</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1" marL="914400" rtl="0" algn="l">
              <a:spcBef>
                <a:spcPts val="1200"/>
              </a:spcBef>
              <a:spcAft>
                <a:spcPts val="0"/>
              </a:spcAft>
              <a:buClr>
                <a:schemeClr val="dk1"/>
              </a:buClr>
              <a:buSzPts val="1500"/>
              <a:buAutoNum type="alphaLcPeriod"/>
            </a:pPr>
            <a:r>
              <a:rPr lang="en" sz="1500">
                <a:solidFill>
                  <a:schemeClr val="dk1"/>
                </a:solidFill>
              </a:rPr>
              <a:t>Type a website address (URL) into the browser’s </a:t>
            </a:r>
            <a:r>
              <a:rPr b="1" lang="en" sz="1500">
                <a:solidFill>
                  <a:schemeClr val="dk1"/>
                </a:solidFill>
              </a:rPr>
              <a:t>address bar</a:t>
            </a:r>
            <a:r>
              <a:rPr lang="en" sz="1500">
                <a:solidFill>
                  <a:schemeClr val="dk1"/>
                </a:solidFill>
              </a:rPr>
              <a:t> at the top of the screen and press </a:t>
            </a:r>
            <a:r>
              <a:rPr b="1" lang="en" sz="1500">
                <a:solidFill>
                  <a:schemeClr val="dk1"/>
                </a:solidFill>
              </a:rPr>
              <a:t>Enter</a:t>
            </a:r>
            <a:r>
              <a:rPr lang="en" sz="1500">
                <a:solidFill>
                  <a:schemeClr val="dk1"/>
                </a:solidFill>
              </a:rPr>
              <a:t>.</a:t>
            </a:r>
            <a:endParaRPr sz="1500">
              <a:solidFill>
                <a:schemeClr val="dk1"/>
              </a:solidFill>
            </a:endParaRPr>
          </a:p>
          <a:p>
            <a:pPr indent="-323850" lvl="1" marL="914400" rtl="0" algn="l">
              <a:spcBef>
                <a:spcPts val="0"/>
              </a:spcBef>
              <a:spcAft>
                <a:spcPts val="0"/>
              </a:spcAft>
              <a:buClr>
                <a:schemeClr val="dk1"/>
              </a:buClr>
              <a:buSzPts val="1500"/>
              <a:buAutoNum type="alphaLcPeriod"/>
            </a:pPr>
            <a:r>
              <a:rPr lang="en" sz="1500">
                <a:solidFill>
                  <a:schemeClr val="dk1"/>
                </a:solidFill>
              </a:rPr>
              <a:t>To search for something, type a word or phrase into the </a:t>
            </a:r>
            <a:r>
              <a:rPr b="1" lang="en" sz="1500">
                <a:solidFill>
                  <a:schemeClr val="dk1"/>
                </a:solidFill>
              </a:rPr>
              <a:t>search bar</a:t>
            </a:r>
            <a:r>
              <a:rPr lang="en" sz="1500">
                <a:solidFill>
                  <a:schemeClr val="dk1"/>
                </a:solidFill>
              </a:rPr>
              <a:t> (Google search, for example) and press </a:t>
            </a:r>
            <a:r>
              <a:rPr b="1" lang="en" sz="1500">
                <a:solidFill>
                  <a:schemeClr val="dk1"/>
                </a:solidFill>
              </a:rPr>
              <a:t>Enter</a:t>
            </a:r>
            <a:r>
              <a:rPr lang="en" sz="1500">
                <a:solidFill>
                  <a:schemeClr val="dk1"/>
                </a:solidFill>
              </a:rPr>
              <a:t>.</a:t>
            </a:r>
            <a:endParaRPr sz="1500">
              <a:solidFill>
                <a:schemeClr val="dk1"/>
              </a:solidFill>
            </a:endParaRPr>
          </a:p>
          <a:p>
            <a:pPr indent="0" lvl="0" marL="457200" rtl="0" algn="l">
              <a:spcBef>
                <a:spcPts val="1200"/>
              </a:spcBef>
              <a:spcAft>
                <a:spcPts val="1200"/>
              </a:spcAft>
              <a:buNone/>
            </a:pPr>
            <a:r>
              <a:t/>
            </a:r>
            <a:endParaRPr sz="1500"/>
          </a:p>
        </p:txBody>
      </p:sp>
      <p:pic>
        <p:nvPicPr>
          <p:cNvPr id="100" name="Google Shape;100;p20" title="download (32).jpg"/>
          <p:cNvPicPr preferRelativeResize="0"/>
          <p:nvPr/>
        </p:nvPicPr>
        <p:blipFill>
          <a:blip r:embed="rId3">
            <a:alphaModFix/>
          </a:blip>
          <a:stretch>
            <a:fillRect/>
          </a:stretch>
        </p:blipFill>
        <p:spPr>
          <a:xfrm>
            <a:off x="1540388" y="2789075"/>
            <a:ext cx="2466975" cy="1847850"/>
          </a:xfrm>
          <a:prstGeom prst="rect">
            <a:avLst/>
          </a:prstGeom>
          <a:noFill/>
          <a:ln>
            <a:noFill/>
          </a:ln>
        </p:spPr>
      </p:pic>
      <p:pic>
        <p:nvPicPr>
          <p:cNvPr id="101" name="Google Shape;101;p20" title="download (33).jpg"/>
          <p:cNvPicPr preferRelativeResize="0"/>
          <p:nvPr/>
        </p:nvPicPr>
        <p:blipFill>
          <a:blip r:embed="rId4">
            <a:alphaModFix/>
          </a:blip>
          <a:stretch>
            <a:fillRect/>
          </a:stretch>
        </p:blipFill>
        <p:spPr>
          <a:xfrm>
            <a:off x="5178050" y="2703350"/>
            <a:ext cx="2362200" cy="1933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TO OPEN MULTIPLE TABS?</a:t>
            </a:r>
            <a:endParaRPr/>
          </a:p>
        </p:txBody>
      </p:sp>
      <p:sp>
        <p:nvSpPr>
          <p:cNvPr id="107" name="Google Shape;10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1500">
                <a:solidFill>
                  <a:schemeClr val="dk1"/>
                </a:solidFill>
              </a:rPr>
              <a:t>Opening Multiple Tabs</a:t>
            </a:r>
            <a:r>
              <a:rPr lang="en" sz="1500">
                <a:solidFill>
                  <a:schemeClr val="dk1"/>
                </a:solidFill>
              </a:rPr>
              <a:t>:</a:t>
            </a:r>
            <a:endParaRPr sz="1500">
              <a:solidFill>
                <a:schemeClr val="dk1"/>
              </a:solidFill>
            </a:endParaRPr>
          </a:p>
          <a:p>
            <a:pPr indent="-323850" lvl="1" marL="914400" rtl="0" algn="l">
              <a:spcBef>
                <a:spcPts val="1200"/>
              </a:spcBef>
              <a:spcAft>
                <a:spcPts val="0"/>
              </a:spcAft>
              <a:buClr>
                <a:schemeClr val="dk1"/>
              </a:buClr>
              <a:buSzPts val="1500"/>
              <a:buAutoNum type="alphaLcPeriod"/>
            </a:pPr>
            <a:r>
              <a:rPr lang="en" sz="1500">
                <a:solidFill>
                  <a:schemeClr val="dk1"/>
                </a:solidFill>
              </a:rPr>
              <a:t>Click the </a:t>
            </a:r>
            <a:r>
              <a:rPr b="1" lang="en" sz="1500">
                <a:solidFill>
                  <a:schemeClr val="dk1"/>
                </a:solidFill>
              </a:rPr>
              <a:t>+</a:t>
            </a:r>
            <a:r>
              <a:rPr lang="en" sz="1500">
                <a:solidFill>
                  <a:schemeClr val="dk1"/>
                </a:solidFill>
              </a:rPr>
              <a:t> icon next to the current tab to open a new tab.</a:t>
            </a:r>
            <a:endParaRPr sz="1500">
              <a:solidFill>
                <a:schemeClr val="dk1"/>
              </a:solidFill>
            </a:endParaRPr>
          </a:p>
          <a:p>
            <a:pPr indent="-323850" lvl="1" marL="914400" rtl="0" algn="l">
              <a:spcBef>
                <a:spcPts val="0"/>
              </a:spcBef>
              <a:spcAft>
                <a:spcPts val="0"/>
              </a:spcAft>
              <a:buClr>
                <a:schemeClr val="dk1"/>
              </a:buClr>
              <a:buSzPts val="1500"/>
              <a:buAutoNum type="alphaLcPeriod"/>
            </a:pPr>
            <a:r>
              <a:rPr lang="en" sz="1500">
                <a:solidFill>
                  <a:schemeClr val="dk1"/>
                </a:solidFill>
              </a:rPr>
              <a:t>You can switch between tabs by clicking on each tab or using the keyboard shortcut </a:t>
            </a:r>
            <a:r>
              <a:rPr b="1" lang="en" sz="1500">
                <a:solidFill>
                  <a:schemeClr val="dk1"/>
                </a:solidFill>
              </a:rPr>
              <a:t>Ctrl + Tab</a:t>
            </a:r>
            <a:r>
              <a:rPr lang="en" sz="1500">
                <a:solidFill>
                  <a:schemeClr val="dk1"/>
                </a:solidFill>
              </a:rPr>
              <a:t> (Windows) or </a:t>
            </a:r>
            <a:r>
              <a:rPr b="1" lang="en" sz="1500">
                <a:solidFill>
                  <a:schemeClr val="dk1"/>
                </a:solidFill>
              </a:rPr>
              <a:t>Command + Tab</a:t>
            </a:r>
            <a:r>
              <a:rPr lang="en" sz="1500">
                <a:solidFill>
                  <a:schemeClr val="dk1"/>
                </a:solidFill>
              </a:rPr>
              <a:t> (Mac).</a:t>
            </a:r>
            <a:endParaRPr sz="1500">
              <a:solidFill>
                <a:schemeClr val="dk1"/>
              </a:solidFill>
            </a:endParaRPr>
          </a:p>
          <a:p>
            <a:pPr indent="0" lvl="0" marL="457200" rtl="0" algn="l">
              <a:spcBef>
                <a:spcPts val="1200"/>
              </a:spcBef>
              <a:spcAft>
                <a:spcPts val="1200"/>
              </a:spcAft>
              <a:buNone/>
            </a:pPr>
            <a:r>
              <a:t/>
            </a:r>
            <a:endParaRPr sz="1500"/>
          </a:p>
        </p:txBody>
      </p:sp>
      <p:pic>
        <p:nvPicPr>
          <p:cNvPr id="108" name="Google Shape;108;p21" title="download (34).jpg"/>
          <p:cNvPicPr preferRelativeResize="0"/>
          <p:nvPr/>
        </p:nvPicPr>
        <p:blipFill>
          <a:blip r:embed="rId3">
            <a:alphaModFix/>
          </a:blip>
          <a:stretch>
            <a:fillRect/>
          </a:stretch>
        </p:blipFill>
        <p:spPr>
          <a:xfrm>
            <a:off x="2583375" y="2632500"/>
            <a:ext cx="3726750" cy="2236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313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BOOKMARKS</a:t>
            </a:r>
            <a:endParaRPr/>
          </a:p>
        </p:txBody>
      </p:sp>
      <p:sp>
        <p:nvSpPr>
          <p:cNvPr id="114" name="Google Shape;114;p22"/>
          <p:cNvSpPr txBox="1"/>
          <p:nvPr>
            <p:ph idx="1" type="body"/>
          </p:nvPr>
        </p:nvSpPr>
        <p:spPr>
          <a:xfrm>
            <a:off x="311700" y="8082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Bookmarks help save and quickly access favorite or important webpages. They act like shortcuts, allowing users to revisit sites without searching again.</a:t>
            </a:r>
            <a:endParaRPr sz="1500">
              <a:solidFill>
                <a:schemeClr val="dk1"/>
              </a:solidFill>
            </a:endParaRPr>
          </a:p>
          <a:p>
            <a:pPr indent="0" lvl="0" marL="457200" rtl="0" algn="l">
              <a:spcBef>
                <a:spcPts val="1200"/>
              </a:spcBef>
              <a:spcAft>
                <a:spcPts val="0"/>
              </a:spcAft>
              <a:buNone/>
            </a:pPr>
            <a:r>
              <a:rPr b="1" lang="en" sz="1500">
                <a:solidFill>
                  <a:schemeClr val="dk1"/>
                </a:solidFill>
              </a:rPr>
              <a:t>Using Bookmarks:</a:t>
            </a:r>
            <a:endParaRPr b="1" sz="1500">
              <a:solidFill>
                <a:schemeClr val="dk1"/>
              </a:solidFill>
            </a:endParaRPr>
          </a:p>
          <a:p>
            <a:pPr indent="-323850" lvl="0" marL="914400" rtl="0" algn="l">
              <a:spcBef>
                <a:spcPts val="1200"/>
              </a:spcBef>
              <a:spcAft>
                <a:spcPts val="0"/>
              </a:spcAft>
              <a:buClr>
                <a:schemeClr val="dk1"/>
              </a:buClr>
              <a:buSzPts val="1500"/>
              <a:buChar char="●"/>
            </a:pPr>
            <a:r>
              <a:rPr lang="en" sz="1500">
                <a:solidFill>
                  <a:schemeClr val="dk1"/>
                </a:solidFill>
              </a:rPr>
              <a:t>Bookmark</a:t>
            </a:r>
            <a:r>
              <a:rPr lang="en" sz="1500">
                <a:solidFill>
                  <a:schemeClr val="dk1"/>
                </a:solidFill>
              </a:rPr>
              <a:t> a website by clicking the star icon in the address bar or using </a:t>
            </a:r>
            <a:r>
              <a:rPr b="1" lang="en" sz="1500">
                <a:solidFill>
                  <a:schemeClr val="dk1"/>
                </a:solidFill>
              </a:rPr>
              <a:t>Ctrl + D</a:t>
            </a:r>
            <a:r>
              <a:rPr lang="en" sz="1500">
                <a:solidFill>
                  <a:schemeClr val="dk1"/>
                </a:solidFill>
              </a:rPr>
              <a:t> (Windows) or </a:t>
            </a:r>
            <a:r>
              <a:rPr b="1" lang="en" sz="1500">
                <a:solidFill>
                  <a:schemeClr val="dk1"/>
                </a:solidFill>
              </a:rPr>
              <a:t>Command + D</a:t>
            </a:r>
            <a:r>
              <a:rPr lang="en" sz="1500">
                <a:solidFill>
                  <a:schemeClr val="dk1"/>
                </a:solidFill>
              </a:rPr>
              <a:t> (Mac).</a:t>
            </a:r>
            <a:endParaRPr sz="1500">
              <a:solidFill>
                <a:schemeClr val="dk1"/>
              </a:solidFill>
            </a:endParaRPr>
          </a:p>
          <a:p>
            <a:pPr indent="-323850" lvl="0" marL="914400" rtl="0" algn="l">
              <a:spcBef>
                <a:spcPts val="0"/>
              </a:spcBef>
              <a:spcAft>
                <a:spcPts val="0"/>
              </a:spcAft>
              <a:buClr>
                <a:schemeClr val="dk1"/>
              </a:buClr>
              <a:buSzPts val="1500"/>
              <a:buChar char="●"/>
            </a:pPr>
            <a:r>
              <a:rPr lang="en" sz="1500">
                <a:solidFill>
                  <a:schemeClr val="dk1"/>
                </a:solidFill>
              </a:rPr>
              <a:t>To access your bookmarks, click on the </a:t>
            </a:r>
            <a:r>
              <a:rPr b="1" lang="en" sz="1500">
                <a:solidFill>
                  <a:schemeClr val="dk1"/>
                </a:solidFill>
              </a:rPr>
              <a:t>three dots menu</a:t>
            </a:r>
            <a:r>
              <a:rPr lang="en" sz="1500">
                <a:solidFill>
                  <a:schemeClr val="dk1"/>
                </a:solidFill>
              </a:rPr>
              <a:t> and go to </a:t>
            </a:r>
            <a:r>
              <a:rPr b="1" lang="en" sz="1500">
                <a:solidFill>
                  <a:schemeClr val="dk1"/>
                </a:solidFill>
              </a:rPr>
              <a:t>Bookmarks</a:t>
            </a:r>
            <a:endParaRPr sz="1500">
              <a:solidFill>
                <a:schemeClr val="dk1"/>
              </a:solidFill>
            </a:endParaRPr>
          </a:p>
        </p:txBody>
      </p:sp>
      <p:pic>
        <p:nvPicPr>
          <p:cNvPr id="115" name="Google Shape;115;p22" title="download (35).jpg"/>
          <p:cNvPicPr preferRelativeResize="0"/>
          <p:nvPr/>
        </p:nvPicPr>
        <p:blipFill>
          <a:blip r:embed="rId3">
            <a:alphaModFix/>
          </a:blip>
          <a:stretch>
            <a:fillRect/>
          </a:stretch>
        </p:blipFill>
        <p:spPr>
          <a:xfrm>
            <a:off x="2903150" y="2968050"/>
            <a:ext cx="2580100" cy="1942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