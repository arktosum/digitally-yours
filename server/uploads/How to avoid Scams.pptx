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e651c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e651c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0e651c7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0e651c7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0e651c7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0e651c7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0e651c7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0e651c7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0e651c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0e651c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e0e651c7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e0e651c7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0e651c7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e0e651c7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e0e651c7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e0e651c7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e0e651c7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e0e651c7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e0e651c7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e0e651c7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e0e651c7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e0e651c7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e0e651c7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e0e651c7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0e651c7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0e651c7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e0e651c7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e0e651c7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e0e651c7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e0e651c7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314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SCAMS</a:t>
            </a:r>
            <a:endParaRPr/>
          </a:p>
        </p:txBody>
      </p:sp>
      <p:pic>
        <p:nvPicPr>
          <p:cNvPr id="55" name="Google Shape;55;p13" title="download - 2025-03-28T171130.4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600" y="2571750"/>
            <a:ext cx="4364800" cy="244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In India, online scams are becoming increasingly common. Scammers use various techniques to trick people into providing personal information or transferring money.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61" name="Google Shape;61;p14" title="download - 2025-03-28T171340.07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850" y="2647825"/>
            <a:ext cx="4681675" cy="23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AND IMPERSONATION SCAMS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Scammers often send fake emails or SMS claiming to be from legitimate entities, such as banks, e-commerce websites, or government agencies like </a:t>
            </a:r>
            <a:r>
              <a:rPr b="1" lang="en" sz="1500">
                <a:solidFill>
                  <a:schemeClr val="dk1"/>
                </a:solidFill>
              </a:rPr>
              <a:t>UIDAI</a:t>
            </a:r>
            <a:r>
              <a:rPr lang="en" sz="1500">
                <a:solidFill>
                  <a:schemeClr val="dk1"/>
                </a:solidFill>
              </a:rPr>
              <a:t> (Aadhaar) or </a:t>
            </a:r>
            <a:r>
              <a:rPr b="1" lang="en" sz="1500">
                <a:solidFill>
                  <a:schemeClr val="dk1"/>
                </a:solidFill>
              </a:rPr>
              <a:t>Income Tax Department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These scams may ask you to click on links that take you to fraudulent websites or to provide personal details like your </a:t>
            </a:r>
            <a:r>
              <a:rPr b="1" lang="en" sz="1500">
                <a:solidFill>
                  <a:schemeClr val="dk1"/>
                </a:solidFill>
              </a:rPr>
              <a:t>Aadhaar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PAN</a:t>
            </a:r>
            <a:r>
              <a:rPr lang="en" sz="1500">
                <a:solidFill>
                  <a:schemeClr val="dk1"/>
                </a:solidFill>
              </a:rPr>
              <a:t>, or </a:t>
            </a:r>
            <a:r>
              <a:rPr b="1" lang="en" sz="1500">
                <a:solidFill>
                  <a:schemeClr val="dk1"/>
                </a:solidFill>
              </a:rPr>
              <a:t>bank account numbers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download - 2025-03-28T171728.4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400" y="2905450"/>
            <a:ext cx="3909994" cy="22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Always</a:t>
            </a:r>
            <a:r>
              <a:rPr lang="en" sz="1500">
                <a:solidFill>
                  <a:schemeClr val="dk1"/>
                </a:solidFill>
              </a:rPr>
              <a:t> verify emails or messages by directly contacting the official organization.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Never share personal details via email or messages, especially if you did not initiate the contact.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5" name="Google Shape;75;p16" title="download (5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675" y="2670725"/>
            <a:ext cx="3923750" cy="21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JOB AND LOAN SCAM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Fraudsters often advertise fake job opportunities, asking for an advance fee or personal information. 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Similarly, there are scams offering personal loans at "low interest rates" that require an upfront payment.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2" name="Google Shape;82;p17" title="download - 2025-03-28T172148.29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750" y="2734956"/>
            <a:ext cx="4845875" cy="19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 skeptical of job offers or loan advertisements that ask for an upfront fee.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Always check the legitimacy of job opportunities by researching the company’s official website or job boards like </a:t>
            </a:r>
            <a:r>
              <a:rPr b="1" lang="en" sz="1500">
                <a:solidFill>
                  <a:schemeClr val="dk1"/>
                </a:solidFill>
              </a:rPr>
              <a:t>Naukri.com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LinkedIn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9" name="Google Shape;89;p18" title="download (5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475" y="3458200"/>
            <a:ext cx="3743850" cy="9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download - 2025-03-28T172318.74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688" y="2997238"/>
            <a:ext cx="29051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SHOPPING SCAMS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Fake websites or </a:t>
            </a:r>
            <a:r>
              <a:rPr b="1" lang="en" sz="1500">
                <a:solidFill>
                  <a:schemeClr val="dk1"/>
                </a:solidFill>
              </a:rPr>
              <a:t>fraudulent e-commerce platforms</a:t>
            </a:r>
            <a:r>
              <a:rPr lang="en" sz="1500">
                <a:solidFill>
                  <a:schemeClr val="dk1"/>
                </a:solidFill>
              </a:rPr>
              <a:t> may offer discounted products or services. Once you make a payment, the product is either never delivered or is counterfeit.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7" name="Google Shape;97;p19" title="download (5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950" y="2469650"/>
            <a:ext cx="4571325" cy="20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Stick to well-known online shopping platforms like </a:t>
            </a:r>
            <a:r>
              <a:rPr b="1" lang="en" sz="1500">
                <a:solidFill>
                  <a:schemeClr val="dk1"/>
                </a:solidFill>
              </a:rPr>
              <a:t>Amazon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Flipkart</a:t>
            </a:r>
            <a:r>
              <a:rPr lang="en" sz="1500">
                <a:solidFill>
                  <a:schemeClr val="dk1"/>
                </a:solidFill>
              </a:rPr>
              <a:t>, or </a:t>
            </a:r>
            <a:r>
              <a:rPr b="1" lang="en" sz="1500">
                <a:solidFill>
                  <a:schemeClr val="dk1"/>
                </a:solidFill>
              </a:rPr>
              <a:t>Myntra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the deal seems too good to be true, it probably is. Always check reviews and ratings of sellers before making a purchase.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4" name="Google Shape;104;p20" title="download (6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438" y="283781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download (5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425" y="2837813"/>
            <a:ext cx="21336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LOTTERY OR PRIZE SCAMS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Scammers inform you via email or message that you have won a lottery or prize, but you need to pay a fee to claim it.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download - 2025-03-28T172848.55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825" y="2227729"/>
            <a:ext cx="3294975" cy="23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 IT?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Real lottery winners don’t have to pay fees upfront to claim their winnings.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receive a message claiming you've won a prize, </a:t>
            </a:r>
            <a:r>
              <a:rPr b="1" lang="en" sz="1500">
                <a:solidFill>
                  <a:schemeClr val="dk1"/>
                </a:solidFill>
              </a:rPr>
              <a:t>ignore it</a:t>
            </a:r>
            <a:r>
              <a:rPr lang="en" sz="1500">
                <a:solidFill>
                  <a:schemeClr val="dk1"/>
                </a:solidFill>
              </a:rPr>
              <a:t> and report it as spam.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9" name="Google Shape;119;p22" title="images (4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100" y="2213525"/>
            <a:ext cx="3529250" cy="26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SUPPORT SCAMS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these scams, fraudsters pose as tech support agents from companies like </a:t>
            </a:r>
            <a:r>
              <a:rPr b="1" lang="en" sz="1500">
                <a:solidFill>
                  <a:schemeClr val="dk1"/>
                </a:solidFill>
              </a:rPr>
              <a:t>Microsoft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Apple</a:t>
            </a:r>
            <a:r>
              <a:rPr lang="en" sz="1500">
                <a:solidFill>
                  <a:schemeClr val="dk1"/>
                </a:solidFill>
              </a:rPr>
              <a:t>, claiming there’s a virus on your device and that you need to pay for repairs.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6" name="Google Shape;126;p23" title="download - 2025-03-28T173440.2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3550" y="2226400"/>
            <a:ext cx="4069575" cy="20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Legitimate companies will never contact you unsolicited. Hang up immediately if you receive such a call.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Always reach out to customer support through the official website for tech issues.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33" name="Google Shape;133;p24" title="download - 2025-03-28T173559.13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975" y="2423050"/>
            <a:ext cx="2720423" cy="27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INVESTMENT SCAMS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Investment scams, including fake cryptocurrency schemes and Ponzi schemes, have become increasingly popular in India.</a:t>
            </a:r>
            <a:endParaRPr sz="1800"/>
          </a:p>
        </p:txBody>
      </p:sp>
      <p:pic>
        <p:nvPicPr>
          <p:cNvPr id="140" name="Google Shape;140;p25" title="images (4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775" y="2193625"/>
            <a:ext cx="4035400" cy="26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Be cautious of unsolicited investment opportunities promising high returns. Always research investments thoroughly before committing any money.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" name="Google Shape;147;p26" title="images (1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551" y="2516925"/>
            <a:ext cx="4526750" cy="22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REQUEST SCAM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Scammers impersonate friends, relatives, or colleagues in distress and ask for money or financial assistance through online communication platforms like </a:t>
            </a:r>
            <a:r>
              <a:rPr b="1" lang="en" sz="1800">
                <a:solidFill>
                  <a:schemeClr val="dk1"/>
                </a:solidFill>
              </a:rPr>
              <a:t>WhatsApp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sg-loan-scam-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025" y="2325000"/>
            <a:ext cx="4235975" cy="27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AVOID?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you receive an urgent request for money, confirm the situation through a different communication channel (e.g., phone call or video call) before taking any action.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1" name="Google Shape;161;p28" title="download - 2025-03-28T171950.14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275" y="2522325"/>
            <a:ext cx="5223450" cy="19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