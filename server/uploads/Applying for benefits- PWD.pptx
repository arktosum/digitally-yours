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11b0a6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11b0a6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11b0a6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11b0a6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011b0a68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011b0a68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011b0a6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011b0a6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011b0a68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011b0a68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011b0a68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011b0a68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011b0a68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011b0a68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011b0a68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011b0a68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011b0a68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011b0a68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011b0a68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011b0a68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011b0a68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011b0a68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adarem.telangana.gov.in/" TargetMode="External"/><Relationship Id="rId4" Type="http://schemas.openxmlformats.org/officeDocument/2006/relationships/hyperlink" Target="https://sadarem.telangana.gov.in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myscheme.gov.in/schemes/igndpschh?utm_source=chatgpt.com" TargetMode="External"/><Relationship Id="rId4" Type="http://schemas.openxmlformats.org/officeDocument/2006/relationships/hyperlink" Target="https://www.myscheme.gov.in/schemes/igndpschh?utm_source=chatgpt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farmrise.bayer.com/en/govt-scheme/cheyutha-pension-scheme-for-disabled?utm_source=chatgpt.com" TargetMode="External"/><Relationship Id="rId4" Type="http://schemas.openxmlformats.org/officeDocument/2006/relationships/hyperlink" Target="https://farmrise.bayer.com/en/govt-scheme/cheyutha-pension-scheme-for-disabled?utm_source=chatgpt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ensionersportal.gov.in/forms/Applicationforms/p-327.pdf?utm_source=chatgpt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APPLYING FOR BENEFITS ONLINE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/>
              <a:t>Disability Certificate</a:t>
            </a:r>
            <a:r>
              <a:rPr lang="en" sz="2500"/>
              <a:t>: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Eligibility</a:t>
            </a:r>
            <a:r>
              <a:rPr lang="en" sz="1500">
                <a:solidFill>
                  <a:schemeClr val="dk1"/>
                </a:solidFill>
              </a:rPr>
              <a:t>: To apply for disability benefits or other government schemes, individuals must first obtain a disability certificate issued by a recognized medical board.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Application Process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PWD can apply for a disability certificate online through the </a:t>
            </a:r>
            <a:r>
              <a:rPr b="1" lang="en" sz="1500">
                <a:solidFill>
                  <a:schemeClr val="dk1"/>
                </a:solidFill>
              </a:rPr>
              <a:t>SADAREM</a:t>
            </a:r>
            <a:r>
              <a:rPr lang="en" sz="1500">
                <a:solidFill>
                  <a:schemeClr val="dk1"/>
                </a:solidFill>
              </a:rPr>
              <a:t> (Software for Assessment of Disabled for Access Rehabilitation and Empowerment) portal in some states.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973" y="2973173"/>
            <a:ext cx="1444225" cy="217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637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application involves submitting medical records, personal details, and disability assessments from a certified medical board.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SADAREM</a:t>
            </a:r>
            <a:r>
              <a:rPr lang="en" sz="1500">
                <a:solidFill>
                  <a:schemeClr val="dk1"/>
                </a:solidFill>
              </a:rPr>
              <a:t> Portal: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Available in states like Andhra Pradesh and Telangana, this portal allows PWD to apply for disability certificates online, track the status of their application, and access various government services.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238" y="3475575"/>
            <a:ext cx="33432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OF SADAREM CERTIFICATE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40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Online Registration: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Visit the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SADAREM official website</a:t>
            </a:r>
            <a:r>
              <a:rPr lang="en" sz="1500">
                <a:solidFill>
                  <a:schemeClr val="dk1"/>
                </a:solidFill>
              </a:rPr>
              <a:t>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Register by providing necessary personal details.​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Document Submission: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Submit required documents such as proof of disability, identity proof, and residence proof.​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648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3.    Assessment Scheduling: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Schedule an assessment at a designated center through the online portal.​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4.    Medical Evaluation: 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Attend the assessment where medical professionals evaluate the extent of disability.​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5.     Certification: 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Upon successful assessment, a disability certificate is issued, which is essential for availing various government benefits.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/>
              <a:t>Disability Pension or Financial Aid</a:t>
            </a:r>
            <a:endParaRPr sz="2500"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PWD can apply for </a:t>
            </a:r>
            <a:r>
              <a:rPr b="1" lang="en" sz="1500">
                <a:solidFill>
                  <a:schemeClr val="dk1"/>
                </a:solidFill>
              </a:rPr>
              <a:t>disability pension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financial aid</a:t>
            </a:r>
            <a:r>
              <a:rPr lang="en" sz="1500">
                <a:solidFill>
                  <a:schemeClr val="dk1"/>
                </a:solidFill>
              </a:rPr>
              <a:t> through various state-level schemes. Applications for such benefits can typically be submitted online through government websites or the </a:t>
            </a:r>
            <a:r>
              <a:rPr b="1" lang="en" sz="1500">
                <a:solidFill>
                  <a:schemeClr val="dk1"/>
                </a:solidFill>
              </a:rPr>
              <a:t>National Social Assistance Programme (NSAP)</a:t>
            </a:r>
            <a:r>
              <a:rPr lang="en" sz="1500">
                <a:solidFill>
                  <a:schemeClr val="dk1"/>
                </a:solidFill>
              </a:rPr>
              <a:t>. 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Obtain a Disability Certificate and Unique Disability ID (UDID)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Before applying for financial aid, it's essential to have a Disability Certificate and UDID, which serve as proof of disability. The process for obtaining these documents has been detailed in previous sections.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202050" y="165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Identify Applicable Disability Pension Schemes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Several pension schemes are available at both the national and state levels:​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Indira Gandhi National Disability Pension Scheme (IGNDPS):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Objective:</a:t>
            </a:r>
            <a:r>
              <a:rPr lang="en" sz="1500">
                <a:solidFill>
                  <a:schemeClr val="dk1"/>
                </a:solidFill>
              </a:rPr>
              <a:t> Provides financial assistance to PwDs living below the poverty line.​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Benefits:</a:t>
            </a:r>
            <a:r>
              <a:rPr lang="en" sz="1500">
                <a:solidFill>
                  <a:schemeClr val="dk1"/>
                </a:solidFill>
              </a:rPr>
              <a:t> A monthly pension, the amount of which may vary by state.​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myScheme</a:t>
            </a:r>
            <a:br>
              <a:rPr lang="en" sz="1500" u="sng">
                <a:solidFill>
                  <a:schemeClr val="hlink"/>
                </a:solidFill>
                <a:hlinkClick r:id="rId4"/>
              </a:rPr>
            </a:br>
            <a:endParaRPr sz="1500" u="sng">
              <a:solidFill>
                <a:schemeClr val="hlink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Eligibility Criteria: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Age between 18 and 79 years.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Severe disability (80% or more) or multiple disabilities.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Below Poverty Line (BPL) status.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Not receiving any other central or state government pension.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State-Specific Pension Schemes: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states have their own disability pension schemes with varying benefits and eligibility criteria.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​In Telangana, the </a:t>
            </a:r>
            <a:r>
              <a:rPr b="1" lang="en" sz="1500">
                <a:solidFill>
                  <a:schemeClr val="dk1"/>
                </a:solidFill>
              </a:rPr>
              <a:t>Aasara Pension Scheme</a:t>
            </a:r>
            <a:r>
              <a:rPr lang="en" sz="1500">
                <a:solidFill>
                  <a:schemeClr val="dk1"/>
                </a:solidFill>
              </a:rPr>
              <a:t> provides financial assistance to Persons with Disabilities (PwDs) to ensure their social security and well-being. The scheme offers a monthly pension of ₹1,500 to eligible PwDs.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ADMISSION PROCESS</a:t>
            </a:r>
            <a:endParaRPr/>
          </a:p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Application Form: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Obtain the application form from the Gram Panchayat or Mandal Parishad Development Officer (MPDO) in rural areas, or from the Municipal Corporation office in urban areas. ​</a:t>
            </a:r>
            <a:r>
              <a:rPr lang="en" u="sng">
                <a:solidFill>
                  <a:schemeClr val="hlink"/>
                </a:solidFill>
                <a:hlinkClick r:id="rId3"/>
              </a:rPr>
              <a:t>farmrise.bayer.com </a:t>
            </a:r>
            <a:br>
              <a:rPr lang="en" u="sng">
                <a:solidFill>
                  <a:schemeClr val="hlink"/>
                </a:solidFill>
                <a:hlinkClick r:id="rId4"/>
              </a:rPr>
            </a:b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191100" y="659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Required Documents: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SADAREM Certificate:</a:t>
            </a:r>
            <a:r>
              <a:rPr lang="en" sz="1500">
                <a:solidFill>
                  <a:schemeClr val="dk1"/>
                </a:solidFill>
              </a:rPr>
              <a:t> Proof of disability assessment.​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Aadhaar Card:</a:t>
            </a:r>
            <a:r>
              <a:rPr lang="en" sz="1500">
                <a:solidFill>
                  <a:schemeClr val="dk1"/>
                </a:solidFill>
              </a:rPr>
              <a:t> For identity verification.​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Ration Card:</a:t>
            </a:r>
            <a:r>
              <a:rPr lang="en" sz="1500">
                <a:solidFill>
                  <a:schemeClr val="dk1"/>
                </a:solidFill>
              </a:rPr>
              <a:t> To confirm BPL status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Bank Account Details:</a:t>
            </a:r>
            <a:r>
              <a:rPr lang="en" sz="1500">
                <a:solidFill>
                  <a:schemeClr val="dk1"/>
                </a:solidFill>
              </a:rPr>
              <a:t> Including account number and IFSC code for pension disbursement.​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Photograph:</a:t>
            </a:r>
            <a:r>
              <a:rPr lang="en" sz="1500">
                <a:solidFill>
                  <a:schemeClr val="dk1"/>
                </a:solidFill>
              </a:rPr>
              <a:t> Recent passport-sized photo of the applicant.​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Pensioners' Portal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245900" y="648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Submission: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Complete the application form and submit it along with the required documents to the designated authority (Gram Panchayat Secretary, MPDO, or Municipal Corporation office).​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Processing: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submitted applications are reviewed, and eligible beneficiaries are identified based on the criteria.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311700" y="516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Pension Disbursement: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Pensions are disbursed between the 1st and 7th of every month, either through bank transfers or direct cash payments, depending on the region. 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