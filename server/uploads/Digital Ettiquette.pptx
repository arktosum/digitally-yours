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4dd7a7b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e4dd7a7b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e4dd7a7b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e4dd7a7b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e4dd7a7b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e4dd7a7b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e4dd7a7b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e4dd7a7b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e4dd7a7b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3e4dd7a7b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e4dd7a7b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e4dd7a7b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e4dd7a7b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3e4dd7a7b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3e4dd7a7b4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3e4dd7a7b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e4dd7a7b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e4dd7a7b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3e4dd7a7b4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3e4dd7a7b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e4dd7a7b4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3e4dd7a7b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3e4dd7a7b4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3e4dd7a7b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</a:t>
            </a:r>
            <a:r>
              <a:rPr lang="en"/>
              <a:t>ETIQUETTE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 title="download - 2025-04-01T123335.720.jpg"/>
          <p:cNvPicPr preferRelativeResize="0"/>
          <p:nvPr/>
        </p:nvPicPr>
        <p:blipFill rotWithShape="1">
          <a:blip r:embed="rId3">
            <a:alphaModFix/>
          </a:blip>
          <a:srcRect b="0" l="8293" r="9752" t="0"/>
          <a:stretch/>
        </p:blipFill>
        <p:spPr>
          <a:xfrm>
            <a:off x="2499800" y="2418250"/>
            <a:ext cx="4276500" cy="230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5275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Digital etiquette refers to </a:t>
            </a:r>
            <a:r>
              <a:rPr b="1" lang="en">
                <a:solidFill>
                  <a:schemeClr val="dk1"/>
                </a:solidFill>
              </a:rPr>
              <a:t>the proper and respectful way of behaving online</a:t>
            </a:r>
            <a:r>
              <a:rPr lang="en">
                <a:solidFill>
                  <a:schemeClr val="dk1"/>
                </a:solidFill>
              </a:rPr>
              <a:t>. Just like we follow good manners in real life, we should also follow good manners on the internet when we communicate, share, or interact with others.</a:t>
            </a:r>
            <a:endParaRPr/>
          </a:p>
        </p:txBody>
      </p:sp>
      <p:pic>
        <p:nvPicPr>
          <p:cNvPr id="61" name="Google Shape;61;p14" title="download - 2025-04-01T123739.56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5850" y="2246825"/>
            <a:ext cx="5232525" cy="245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Be Respectful &amp; Kind</a:t>
            </a:r>
            <a:endParaRPr b="1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Treat people online the way you would in person.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Avoid rude or offensive comments, even if you disagree.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Respect different opinions and respond politely.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68" name="Google Shape;68;p15" title="images (1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7896" y="2802000"/>
            <a:ext cx="3554405" cy="199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Think Before You Post</a:t>
            </a:r>
            <a:endParaRPr b="1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Once something is online, it can be hard to remove.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Avoid sharing personal details like your address or passwords.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Don't post anything that could embarrass you or others in the future.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75" name="Google Shape;75;p16" title="download - 2025-04-01T124325.76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9975" y="2793300"/>
            <a:ext cx="3294400" cy="226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Use Proper Communication Style</a:t>
            </a:r>
            <a:endParaRPr b="1"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professional language in emails and work messages.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Avoid using ALL CAPS (it looks like shouting).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emojis appropriately—too many can seem unprofessional.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82" name="Google Shape;82;p17" title="download - 2025-04-01T124909.81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8700" y="2841450"/>
            <a:ext cx="3503175" cy="203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2500"/>
              <a:t>Be Responsible with Information</a:t>
            </a:r>
            <a:endParaRPr sz="2500"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Verify facts before sharing news or information to avoid spreading misinformation.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Cite sources if you're using someone else's content.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Do not plagiarize or copy others' work without credit.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89" name="Google Shape;89;p18" title="download - 2025-04-01T125325.81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3700" y="2843700"/>
            <a:ext cx="4138975" cy="202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Respect Privacy &amp; Security</a:t>
            </a:r>
            <a:endParaRPr b="1"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Don't share someone else's personal information without permission.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strong passwords and enable security settings to protect your data.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Be careful while clicking on suspicious links to avoid scams or viruses.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96" name="Google Shape;96;p19" title="download (6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2300" y="2786975"/>
            <a:ext cx="3974025" cy="207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Follow Workplace &amp; School Rules</a:t>
            </a:r>
            <a:endParaRPr b="1"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professional platforms appropriately (e.g., LinkedIn is for networking, not casual chats).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Follow company or school policies on internet usage.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Avoid using social media during work or class hours unless necessary.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03" name="Google Shape;103;p20" title="images (44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4500" y="2769100"/>
            <a:ext cx="3684275" cy="206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Inclusive &amp; Considerate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Avoid offensive jokes, discrimination, or hate speech.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Be patient with others, especially in online discussions or meetings.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Acknowledge different cultures and perspectives when communicating.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10" name="Google Shape;110;p21" title="download - 2025-04-01T130455.34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0453" y="2796628"/>
            <a:ext cx="3263108" cy="2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 Digital Etiquette Matters?</a:t>
            </a:r>
            <a:endParaRPr b="1"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Helps create a positive online environment.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 Prevents misunderstandings and conflicts.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 Protects your reputation and digital footprint.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Encourages respectful and professional online communication.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17" name="Google Shape;117;p22" title="images (45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4050" y="2571750"/>
            <a:ext cx="2875725" cy="24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b="1" lang="en" sz="2500"/>
              <a:t>Example 1: Email Etiquette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Situation</a:t>
            </a:r>
            <a:r>
              <a:rPr lang="en" sz="1500">
                <a:solidFill>
                  <a:schemeClr val="dk1"/>
                </a:solidFill>
              </a:rPr>
              <a:t>: You are emailing a colleague with a request.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Digital Etiquette</a:t>
            </a:r>
            <a:r>
              <a:rPr lang="en" sz="1500">
                <a:solidFill>
                  <a:schemeClr val="dk1"/>
                </a:solidFill>
              </a:rPr>
              <a:t>: Begin the email with a respectful greeting, make the request clear but polite, and thank the recipient in advance for their time.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Incorrect Behavior</a:t>
            </a:r>
            <a:r>
              <a:rPr lang="en" sz="1500">
                <a:solidFill>
                  <a:schemeClr val="dk1"/>
                </a:solidFill>
              </a:rPr>
              <a:t>: Sending a one-line email with no greeting or context, such as “Send me the report ASAP.”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3" title="images (1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7500" y="3016304"/>
            <a:ext cx="3814550" cy="200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500"/>
              <a:t>Example 2: Social Media Behavior</a:t>
            </a:r>
            <a:endParaRPr sz="2500"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Situation</a:t>
            </a:r>
            <a:r>
              <a:rPr lang="en" sz="1500">
                <a:solidFill>
                  <a:schemeClr val="dk1"/>
                </a:solidFill>
              </a:rPr>
              <a:t>: You see a friend post a photo of their family.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Digital Etiquette</a:t>
            </a:r>
            <a:r>
              <a:rPr lang="en" sz="1500">
                <a:solidFill>
                  <a:schemeClr val="dk1"/>
                </a:solidFill>
              </a:rPr>
              <a:t>: Like the post or comment with something positive and supportive.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Incorrect Behavior</a:t>
            </a:r>
            <a:r>
              <a:rPr lang="en" sz="1500">
                <a:solidFill>
                  <a:schemeClr val="dk1"/>
                </a:solidFill>
              </a:rPr>
              <a:t>: Posting unsolicited critical comments about their appearance or lifestyle.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4" title="images (47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5326" y="2571751"/>
            <a:ext cx="2379375" cy="237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500"/>
              <a:t>Example 3: Online Forum or Group Discussion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Situation</a:t>
            </a:r>
            <a:r>
              <a:rPr lang="en" sz="1500">
                <a:solidFill>
                  <a:schemeClr val="dk1"/>
                </a:solidFill>
              </a:rPr>
              <a:t>: Participating in a discussion about a topic you feel strongly about.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Digital Etiquette</a:t>
            </a:r>
            <a:r>
              <a:rPr lang="en" sz="1500">
                <a:solidFill>
                  <a:schemeClr val="dk1"/>
                </a:solidFill>
              </a:rPr>
              <a:t>: Acknowledge differing opinions, provide clear arguments, and avoid name-calling or personal attacks.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Incorrect Behavior</a:t>
            </a:r>
            <a:r>
              <a:rPr lang="en" sz="1500">
                <a:solidFill>
                  <a:schemeClr val="dk1"/>
                </a:solidFill>
              </a:rPr>
              <a:t>: Engaging in a heated argument, belittling others, or hijacking the conversation with unrelated comments.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38" name="Google Shape;138;p25" title="download (6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8525" y="2959850"/>
            <a:ext cx="3870850" cy="204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